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093F3-0EAE-2B0B-14F8-D06502975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B5FB74-DA0C-2542-B656-EA660D59A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D622A-9E34-9FCD-7D69-BCAE85F15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F28D-D0A8-83E5-FF73-1CC042237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47138-D8C8-D282-A6FD-7B4825B2B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31781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242E5-DD04-6726-CB8A-1E38CE64B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B2926-CE88-B2B1-6A48-55D9700EF3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C289D-12BB-7A19-FA9B-C24D0A8AA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D396D-8CC3-A4C5-7A3E-E6764489C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0133F-3AA1-0B62-8EE4-5146226CD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07627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C5A2-B08B-2A61-2B85-40D98EF00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57E92-8B13-C969-DC46-3BBC7E5CFE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CCB63-09AD-A600-97D3-E92C14384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BA4EC-131C-5D44-1764-7D055E58B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D6C53-FDAC-04BA-3700-165D7AAD9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07033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D6AE1-73AD-32EC-25CA-D6031BBED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15F64-C23E-32A3-5714-7269007CDA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88748F-1404-F064-AB72-6255AAC0D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78D21F-8EC4-CBDD-D96E-AC094B5D4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57A7C6-4DAC-0D9C-7CA5-D65F42DD4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43651E-11B0-33B4-8E65-6C833EC1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8185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3DF70-13F1-1AC4-5ADA-4C41BF5CA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0BA1B-F07C-04DE-9A71-44871B727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730CF-9BB7-8D13-6F93-322B1C37C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6FCB0A-484A-478D-49FD-C46186320C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8562C4-B2D4-4CA6-B173-3997EC3CFA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B25C3C-FCFD-BDC0-607A-81EDC01E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E60821-6FD2-CF92-E83B-2F834A017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7A6D42-351B-349B-85F7-1132F3A56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24772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413E-9D3D-AA3D-7F10-B910739D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8C965E-A0A0-0577-DB9C-FF97E160B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F6AEA2-093C-1AAC-D2B5-87736EDF1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5A92B2-2B8D-2C3B-DA38-5DFDE5749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48684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10D331-0269-E2E0-AF9F-108EBEDC4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42FCFA-2D2B-FA50-20F7-4E34A4E70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A5020-9748-3E70-CA20-36A3875B6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14930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5B26E-46BB-D86A-8A0D-B0D852A1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14DB5-164C-AA1A-16FD-DD2BA015C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27A8A9-27D0-FD7F-EA47-1168DCC960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0FCAC-6A5C-FD41-DC54-BAFC23902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7813AE-1FD3-D833-42B0-CCBFAB6E0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3B3965-BC1F-ED30-ED75-9F32A85D6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3677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C8EA-E29E-D5F3-B0D1-48E44A65B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DDDAEF-33AF-136A-514E-575D9D97E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A5298-95E3-549B-9FC7-685BBEEAF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BEA8-168B-21BB-BAFB-E2115384F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E4F40B-E480-C600-34AD-D9607FAE7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D4477-8704-12F3-FA90-DDEDBA5F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962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4ABEA-2148-EBB0-0907-692A3D8E1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B949E2-0D43-036B-360D-8C59554D9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6E6B6-2E5E-170E-425E-9492292A5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7F441-7150-F8C4-B487-9885097F6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5BED8-0341-A9A4-4BF1-A3AD54593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2856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DFB135-66F3-8EDA-D9CC-D5BEE8B4CE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53D407-5310-5F4D-BF75-628E11187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5E29F-5A20-CBFF-0FFA-EF754B5D1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2C057F-A114-05F7-F648-59B6C01FD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68ADA-5B2C-7E07-474B-C7E27693D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9111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1D4A85-D549-6528-A2BB-219662378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AEC341-E74F-2E96-3664-9104D14DF2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DD2536-82E2-77A1-99D7-625A54E1AC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38841-2CF7-486F-B018-815B5558EC72}" type="datetimeFigureOut">
              <a:rPr lang="LID4096" smtClean="0"/>
              <a:t>01/24/2026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A3BD2-9D5B-F5B4-367E-E82136DC9F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578F9-AD75-ED48-9F03-3645B0B48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457C4C-B2A5-4602-8001-19ACE15ECA4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55778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C72C6E-E46C-83CB-9F19-0B07B35405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2105320"/>
            <a:ext cx="5294716" cy="2647358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55ADB5AD-61D5-0BF0-6007-F1F2BA491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217" y="643467"/>
            <a:ext cx="4637915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26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CE138E-6DA8-4670-5EB4-A8A3E0E54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9" y="685794"/>
            <a:ext cx="5486411" cy="5486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DC6709-8EC6-941D-446E-27C2A8D65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361" y="685794"/>
            <a:ext cx="5486411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7CD92-F294-2917-CA5A-44F1FFF850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35" y="579916"/>
            <a:ext cx="5486411" cy="54864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B81091-D6EB-8018-64AB-815011198D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0877" y="579915"/>
            <a:ext cx="5486411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EE9E-B398-DDD0-3C3B-0B1A3804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C356F-B65A-9464-B087-4C4726BC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26" y="0"/>
            <a:ext cx="92998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181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53944-BD86-81A9-70E5-7ECD0631B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B7CC7-31B3-1950-C423-F446DFD70A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92" y="624840"/>
            <a:ext cx="5189220" cy="5608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4F3913-6ACC-C586-094D-725B1FA4A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6248" y="624840"/>
            <a:ext cx="6585752" cy="6079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395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40EE7-DE8E-DD0D-4AED-D9BFC00AA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4702F6-441B-8DB5-38A2-CAD31DCE2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186" y="654517"/>
            <a:ext cx="5173579" cy="517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388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D6E09-52DB-7285-0110-18EBF296B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598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BDDBF-F5EF-8387-BB57-CB690497D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8699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C70A5-5103-F3D8-E702-0E4FD51E5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6420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1</cp:revision>
  <dcterms:created xsi:type="dcterms:W3CDTF">2026-01-24T08:10:14Z</dcterms:created>
  <dcterms:modified xsi:type="dcterms:W3CDTF">2026-01-24T08:17:03Z</dcterms:modified>
</cp:coreProperties>
</file>