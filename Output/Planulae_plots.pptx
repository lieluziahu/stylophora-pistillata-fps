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12"/>
  </p:notesMasterIdLst>
  <p:sldIdLst>
    <p:sldId id="256" r:id="rId3"/>
    <p:sldId id="257" r:id="rId4"/>
    <p:sldId id="258" r:id="rId5"/>
    <p:sldId id="261" r:id="rId6"/>
    <p:sldId id="264" r:id="rId7"/>
    <p:sldId id="260" r:id="rId8"/>
    <p:sldId id="262" r:id="rId9"/>
    <p:sldId id="263" r:id="rId10"/>
    <p:sldId id="259" r:id="rId11"/>
  </p:sldIdLst>
  <p:sldSz cx="12192000" cy="6858000"/>
  <p:notesSz cx="7559675" cy="10691813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8A16A9-D1F8-4908-973D-8146AEB9CAD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58FF94-46EE-4F77-894F-363EF1B96C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1547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ספלמנטרי, רק מלל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58FF94-46EE-4F77-894F-363EF1B96CCD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31984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ספלמנטרי?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58FF94-46EE-4F77-894F-363EF1B96CCD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35244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חסר של </a:t>
            </a:r>
            <a:r>
              <a:rPr lang="en-US" dirty="0"/>
              <a:t>NF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58FF94-46EE-4F77-894F-363EF1B96CCD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2396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1C14A75-589C-43AF-BD74-943CCE67190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7D72181-D311-4A37-9AFF-A37DC7AACCF4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1153570-847C-4218-9451-EBD9EDD4519A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7C29678-F590-4491-B7FB-AF3FBAF80B46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38F8C36-19FC-4AF1-9B70-D4C95357A8A4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BE610BE0-ECF3-4062-A803-17F5619EA7C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2D0D30-212C-4657-A888-258AF968D71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4BCE3CC-DFF2-40F2-81F1-F224EA92307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E578EAD-87D1-4479-8476-46E6308DC93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2E68431-73A9-49C5-B07C-A1FCA2B64ED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89A30EF-5C4E-4B0A-88CF-6A821704F91A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125D19-2BD7-4088-9DBE-7A32586569A7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4443272-79A2-4B1E-94A0-EB08034FE08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FE2C81D-04BB-4323-8097-AB29BDDF230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C5A98EF-F443-4BAC-81F9-FEC1AAAEBFB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A0CF61B-BD6F-4638-A49E-7A0EF7F2657F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36CE61D-7703-44C4-8520-637DFC6719A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1C68211-637B-4975-8975-3730DC5C4F02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EDA1FAC-4E68-4E3C-98D4-92ADC6CE29A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226471D-28DD-4255-B86B-3E9A7CADB05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EE5AE2B-8868-4FF5-BDAA-F06490794E5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7BCF375-2CBB-4AC8-9358-29341BDD87F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5C6A35F-BD40-4D53-BAFB-3BE8AC7CE59C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7E117D3-9E07-4537-AE40-7991B4A4AC77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sz="60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sz="1200" b="0" strike="noStrike" spc="-1">
                <a:solidFill>
                  <a:srgbClr val="787878"/>
                </a:solidFill>
                <a:latin typeface="Aptos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438045-547D-45AC-B942-E49231747E0A}" type="slidenum">
              <a:rPr sz="1200" b="0" strike="noStrike" spc="-1">
                <a:solidFill>
                  <a:srgbClr val="787878"/>
                </a:solidFill>
                <a:latin typeface="Apto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800" b="0" strike="noStrike" spc="-1">
                <a:solidFill>
                  <a:srgbClr val="000000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2000" b="0" strike="noStrike" spc="-1">
                <a:solidFill>
                  <a:srgbClr val="000000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1800" b="0" strike="noStrike" spc="-1">
                <a:solidFill>
                  <a:srgbClr val="000000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1800" b="0" strike="noStrike" spc="-1">
                <a:solidFill>
                  <a:srgbClr val="000000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rgbClr val="000000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rgbClr val="000000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rgbClr val="000000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rgbClr val="000000"/>
              </a:solidFill>
              <a:latin typeface="Aptos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Second level</a:t>
            </a:r>
            <a:endParaRPr sz="2400" b="0" strike="noStrike" spc="-1">
              <a:solidFill>
                <a:srgbClr val="000000"/>
              </a:solidFill>
              <a:latin typeface="Aptos"/>
            </a:endParaRP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Third level</a:t>
            </a:r>
            <a:endParaRPr sz="2000" b="0" strike="noStrike" spc="-1">
              <a:solidFill>
                <a:srgbClr val="000000"/>
              </a:solidFill>
              <a:latin typeface="Aptos"/>
            </a:endParaRPr>
          </a:p>
          <a:p>
            <a:pPr marL="1600200" lvl="3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Fourth level</a:t>
            </a:r>
            <a:endParaRPr sz="1800" b="0" strike="noStrike" spc="-1">
              <a:solidFill>
                <a:srgbClr val="000000"/>
              </a:solidFill>
              <a:latin typeface="Aptos"/>
            </a:endParaRPr>
          </a:p>
          <a:p>
            <a:pPr marL="2057400" lvl="4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Fifth level</a:t>
            </a:r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sz="1200" b="0" strike="noStrike" spc="-1">
                <a:solidFill>
                  <a:srgbClr val="787878"/>
                </a:solidFill>
                <a:latin typeface="Aptos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C0920DE-BF1B-44A5-850D-95A716DBC194}" type="slidenum">
              <a:rPr sz="1200" b="0" strike="noStrike" spc="-1">
                <a:solidFill>
                  <a:srgbClr val="787878"/>
                </a:solidFill>
                <a:latin typeface="Apto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LID4096"/>
          </a:p>
        </p:txBody>
      </p:sp>
      <p:sp>
        <p:nvSpPr>
          <p:cNvPr id="83" name="Rectangle 13"/>
          <p:cNvSpPr/>
          <p:nvPr/>
        </p:nvSpPr>
        <p:spPr>
          <a:xfrm>
            <a:off x="477000" y="480240"/>
            <a:ext cx="11237760" cy="589752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360" dist="17640" dir="5400000" algn="t" rotWithShape="0">
              <a:srgbClr val="000000">
                <a:alpha val="4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LID4096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844ABB-38A6-5573-AB70-C628F8670B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1906" y="772241"/>
            <a:ext cx="4572009" cy="54864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17FF7D-DA1D-A909-AD67-8641E357168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049" y="1944302"/>
            <a:ext cx="4740630" cy="23703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664E23E2-7440-4E36-A67B-0F88C5F7E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06949AE-010D-4C18-8AED-7872085AD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539E5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8" name="Picture 6"/>
          <p:cNvPicPr/>
          <p:nvPr/>
        </p:nvPicPr>
        <p:blipFill>
          <a:blip r:embed="rId2"/>
          <a:stretch/>
        </p:blipFill>
        <p:spPr>
          <a:xfrm>
            <a:off x="641180" y="871138"/>
            <a:ext cx="5129784" cy="5129784"/>
          </a:xfrm>
          <a:prstGeom prst="rect">
            <a:avLst/>
          </a:prstGeom>
        </p:spPr>
      </p:pic>
      <p:sp>
        <p:nvSpPr>
          <p:cNvPr id="114" name="Rectangle 113">
            <a:extLst>
              <a:ext uri="{FF2B5EF4-FFF2-40B4-BE49-F238E27FC236}">
                <a16:creationId xmlns:a16="http://schemas.microsoft.com/office/drawing/2014/main" id="{FE54AADB-50C7-4293-94C0-27361A32B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539E5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7" name="Picture 4"/>
          <p:cNvPicPr/>
          <p:nvPr/>
        </p:nvPicPr>
        <p:blipFill>
          <a:blip r:embed="rId3"/>
          <a:stretch/>
        </p:blipFill>
        <p:spPr>
          <a:xfrm>
            <a:off x="6421034" y="864108"/>
            <a:ext cx="5129784" cy="51297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94">
            <a:extLst>
              <a:ext uri="{FF2B5EF4-FFF2-40B4-BE49-F238E27FC236}">
                <a16:creationId xmlns:a16="http://schemas.microsoft.com/office/drawing/2014/main" id="{664E23E2-7440-4E36-A67B-0F88C5F7E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06949AE-010D-4C18-8AED-7872085AD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9F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0" name="Picture 4"/>
          <p:cNvPicPr/>
          <p:nvPr/>
        </p:nvPicPr>
        <p:blipFill>
          <a:blip r:embed="rId2"/>
          <a:stretch/>
        </p:blipFill>
        <p:spPr>
          <a:xfrm>
            <a:off x="641180" y="871138"/>
            <a:ext cx="5129784" cy="5129784"/>
          </a:xfrm>
          <a:prstGeom prst="rect">
            <a:avLst/>
          </a:prstGeom>
        </p:spPr>
      </p:pic>
      <p:sp>
        <p:nvSpPr>
          <p:cNvPr id="99" name="Rectangle 98">
            <a:extLst>
              <a:ext uri="{FF2B5EF4-FFF2-40B4-BE49-F238E27FC236}">
                <a16:creationId xmlns:a16="http://schemas.microsoft.com/office/drawing/2014/main" id="{FE54AADB-50C7-4293-94C0-27361A32B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9F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9" name="Picture 2"/>
          <p:cNvPicPr/>
          <p:nvPr/>
        </p:nvPicPr>
        <p:blipFill>
          <a:blip r:embed="rId3"/>
          <a:stretch/>
        </p:blipFill>
        <p:spPr>
          <a:xfrm>
            <a:off x="6421034" y="864108"/>
            <a:ext cx="5129784" cy="5129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07">
            <a:extLst>
              <a:ext uri="{FF2B5EF4-FFF2-40B4-BE49-F238E27FC236}">
                <a16:creationId xmlns:a16="http://schemas.microsoft.com/office/drawing/2014/main" id="{664E23E2-7440-4E36-A67B-0F88C5F7E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B06949AE-010D-4C18-8AED-7872085AD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F861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4" name="Picture 2"/>
          <p:cNvPicPr/>
          <p:nvPr/>
        </p:nvPicPr>
        <p:blipFill>
          <a:blip r:embed="rId2"/>
          <a:stretch/>
        </p:blipFill>
        <p:spPr>
          <a:xfrm>
            <a:off x="641180" y="871138"/>
            <a:ext cx="5129784" cy="5129784"/>
          </a:xfrm>
          <a:prstGeom prst="rect">
            <a:avLst/>
          </a:prstGeom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FE54AADB-50C7-4293-94C0-27361A32B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F861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F6D908-8BB0-E734-A80B-BA7458954D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1034" y="864108"/>
            <a:ext cx="5129784" cy="51297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7"/>
          <p:cNvPicPr/>
          <p:nvPr/>
        </p:nvPicPr>
        <p:blipFill>
          <a:blip r:embed="rId3"/>
          <a:stretch/>
        </p:blipFill>
        <p:spPr>
          <a:xfrm>
            <a:off x="914760" y="457200"/>
            <a:ext cx="10286640" cy="6171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97">
            <a:extLst>
              <a:ext uri="{FF2B5EF4-FFF2-40B4-BE49-F238E27FC236}">
                <a16:creationId xmlns:a16="http://schemas.microsoft.com/office/drawing/2014/main" id="{664E23E2-7440-4E36-A67B-0F88C5F7E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B06949AE-010D-4C18-8AED-7872085AD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D8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2" name="Picture 2"/>
          <p:cNvPicPr/>
          <p:nvPr/>
        </p:nvPicPr>
        <p:blipFill>
          <a:blip r:embed="rId3"/>
          <a:stretch/>
        </p:blipFill>
        <p:spPr>
          <a:xfrm>
            <a:off x="641180" y="663174"/>
            <a:ext cx="5129784" cy="5545712"/>
          </a:xfrm>
          <a:prstGeom prst="rect">
            <a:avLst/>
          </a:prstGeom>
        </p:spPr>
      </p:pic>
      <p:sp>
        <p:nvSpPr>
          <p:cNvPr id="102" name="Rectangle 101">
            <a:extLst>
              <a:ext uri="{FF2B5EF4-FFF2-40B4-BE49-F238E27FC236}">
                <a16:creationId xmlns:a16="http://schemas.microsoft.com/office/drawing/2014/main" id="{FE54AADB-50C7-4293-94C0-27361A32B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D8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3" name="Picture 4"/>
          <p:cNvPicPr/>
          <p:nvPr/>
        </p:nvPicPr>
        <p:blipFill>
          <a:blip r:embed="rId4"/>
          <a:stretch/>
        </p:blipFill>
        <p:spPr>
          <a:xfrm>
            <a:off x="6421034" y="1062887"/>
            <a:ext cx="5129784" cy="47322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94"/>
          <p:cNvSpPr txBox="1"/>
          <p:nvPr/>
        </p:nvSpPr>
        <p:spPr>
          <a:xfrm>
            <a:off x="3307680" y="457200"/>
            <a:ext cx="6433086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latin typeface="Arial"/>
              </a:rPr>
              <a:t>Top 10 GO slims enriched in HF morph</a:t>
            </a:r>
          </a:p>
        </p:txBody>
      </p:sp>
      <p:pic>
        <p:nvPicPr>
          <p:cNvPr id="96" name="Picture 95"/>
          <p:cNvPicPr/>
          <p:nvPr/>
        </p:nvPicPr>
        <p:blipFill>
          <a:blip r:embed="rId3"/>
          <a:stretch/>
        </p:blipFill>
        <p:spPr>
          <a:xfrm>
            <a:off x="1037520" y="1371600"/>
            <a:ext cx="9478080" cy="4624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96"/>
          <p:cNvPicPr/>
          <p:nvPr/>
        </p:nvPicPr>
        <p:blipFill>
          <a:blip r:embed="rId2"/>
          <a:stretch/>
        </p:blipFill>
        <p:spPr>
          <a:xfrm>
            <a:off x="1371600" y="228600"/>
            <a:ext cx="9144000" cy="64008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Picture 2"/>
          <p:cNvPicPr/>
          <p:nvPr/>
        </p:nvPicPr>
        <p:blipFill>
          <a:blip r:embed="rId2"/>
          <a:stretch/>
        </p:blipFill>
        <p:spPr>
          <a:xfrm>
            <a:off x="243000" y="0"/>
            <a:ext cx="9299520" cy="6857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697</TotalTime>
  <Words>20</Words>
  <Application>Microsoft Office PowerPoint</Application>
  <PresentationFormat>Widescreen</PresentationFormat>
  <Paragraphs>7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Symbol</vt:lpstr>
      <vt:lpstr>Times New Roman</vt:lpstr>
      <vt:lpstr>Wingdings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Liel Uziahu</dc:creator>
  <dc:description/>
  <cp:lastModifiedBy>Liel Uziahu</cp:lastModifiedBy>
  <cp:revision>6</cp:revision>
  <dcterms:created xsi:type="dcterms:W3CDTF">2026-01-24T08:10:14Z</dcterms:created>
  <dcterms:modified xsi:type="dcterms:W3CDTF">2026-02-20T14:48:33Z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