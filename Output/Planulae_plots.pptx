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7" r:id="rId4"/>
    <p:sldId id="258" r:id="rId5"/>
    <p:sldId id="261" r:id="rId6"/>
    <p:sldId id="264" r:id="rId7"/>
    <p:sldId id="260" r:id="rId8"/>
    <p:sldId id="262" r:id="rId9"/>
    <p:sldId id="263" r:id="rId10"/>
    <p:sldId id="259" r:id="rId11"/>
  </p:sldIdLst>
  <p:sldSz cx="12192000" cy="6858000"/>
  <p:notesSz cx="7559675" cy="10691813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A16A9-D1F8-4908-973D-8146AEB9CADB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8FF94-46EE-4F77-894F-363EF1B96C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1547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ספלמנטרי, רק מלל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FF94-46EE-4F77-894F-363EF1B96CCD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198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ספלמנטרי?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FF94-46EE-4F77-894F-363EF1B96CCD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352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חסר של </a:t>
            </a:r>
            <a:r>
              <a:rPr lang="en-US" dirty="0"/>
              <a:t>NF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FF94-46EE-4F77-894F-363EF1B96CCD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23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C14A75-589C-43AF-BD74-943CCE67190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D72181-D311-4A37-9AFF-A37DC7AACCF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1153570-847C-4218-9451-EBD9EDD4519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C29678-F590-4491-B7FB-AF3FBAF80B4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38F8C36-19FC-4AF1-9B70-D4C95357A8A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E610BE0-ECF3-4062-A803-17F5619EA7C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2D0D30-212C-4657-A888-258AF968D71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BCE3CC-DFF2-40F2-81F1-F224EA92307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578EAD-87D1-4479-8476-46E6308DC93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E68431-73A9-49C5-B07C-A1FCA2B64ED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9A30EF-5C4E-4B0A-88CF-6A821704F91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125D19-2BD7-4088-9DBE-7A32586569A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4443272-79A2-4B1E-94A0-EB08034FE0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FE2C81D-04BB-4323-8097-AB29BDDF23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C5A98EF-F443-4BAC-81F9-FEC1AAAEBF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A0CF61B-BD6F-4638-A49E-7A0EF7F2657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36CE61D-7703-44C4-8520-637DFC6719A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1C68211-637B-4975-8975-3730DC5C4F0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DA1FAC-4E68-4E3C-98D4-92ADC6CE29A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226471D-28DD-4255-B86B-3E9A7CADB05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E5AE2B-8868-4FF5-BDAA-F06490794E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7BCF375-2CBB-4AC8-9358-29341BDD87F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5C6A35F-BD40-4D53-BAFB-3BE8AC7CE59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E117D3-9E07-4537-AE40-7991B4A4AC7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sz="6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787878"/>
                </a:solidFill>
                <a:latin typeface="Aptos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438045-547D-45AC-B942-E49231747E0A}" type="slidenum">
              <a:rPr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ptos"/>
              </a:rPr>
              <a:t>Second level</a:t>
            </a:r>
            <a:endParaRPr sz="24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Third level</a:t>
            </a:r>
            <a:endParaRPr sz="20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Fourth level</a:t>
            </a:r>
            <a:endParaRPr sz="18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Fifth level</a:t>
            </a:r>
            <a:endParaRPr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787878"/>
                </a:solidFill>
                <a:latin typeface="Aptos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0920DE-BF1B-44A5-850D-95A716DBC194}" type="slidenum">
              <a:rPr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LID4096"/>
          </a:p>
        </p:txBody>
      </p:sp>
      <p:sp>
        <p:nvSpPr>
          <p:cNvPr id="83" name="Rectangle 13"/>
          <p:cNvSpPr/>
          <p:nvPr/>
        </p:nvSpPr>
        <p:spPr>
          <a:xfrm>
            <a:off x="477000" y="480240"/>
            <a:ext cx="11237760" cy="58975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360" dist="17640" dir="5400000" algn="t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LID4096"/>
          </a:p>
        </p:txBody>
      </p:sp>
      <p:pic>
        <p:nvPicPr>
          <p:cNvPr id="84" name="Picture 6"/>
          <p:cNvPicPr/>
          <p:nvPr/>
        </p:nvPicPr>
        <p:blipFill>
          <a:blip r:embed="rId2"/>
          <a:stretch/>
        </p:blipFill>
        <p:spPr>
          <a:xfrm>
            <a:off x="643320" y="2105280"/>
            <a:ext cx="5294520" cy="2647080"/>
          </a:xfrm>
          <a:prstGeom prst="rect">
            <a:avLst/>
          </a:prstGeom>
          <a:ln w="0">
            <a:noFill/>
          </a:ln>
        </p:spPr>
      </p:pic>
      <p:sp>
        <p:nvSpPr>
          <p:cNvPr id="85" name="Straight Connector 15"/>
          <p:cNvSpPr/>
          <p:nvPr/>
        </p:nvSpPr>
        <p:spPr>
          <a:xfrm>
            <a:off x="6079680" y="1143000"/>
            <a:ext cx="36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44ABB-38A6-5573-AB70-C628F8670B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880" y="685614"/>
            <a:ext cx="4572009" cy="5486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/>
          <p:cNvPicPr/>
          <p:nvPr/>
        </p:nvPicPr>
        <p:blipFill>
          <a:blip r:embed="rId2"/>
          <a:stretch/>
        </p:blipFill>
        <p:spPr>
          <a:xfrm>
            <a:off x="70560" y="685800"/>
            <a:ext cx="5486040" cy="548604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6"/>
          <p:cNvPicPr/>
          <p:nvPr/>
        </p:nvPicPr>
        <p:blipFill>
          <a:blip r:embed="rId3"/>
          <a:stretch/>
        </p:blipFill>
        <p:spPr>
          <a:xfrm>
            <a:off x="5778360" y="685800"/>
            <a:ext cx="5486040" cy="5486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/>
          <p:cNvPicPr/>
          <p:nvPr/>
        </p:nvPicPr>
        <p:blipFill>
          <a:blip r:embed="rId2"/>
          <a:stretch/>
        </p:blipFill>
        <p:spPr>
          <a:xfrm>
            <a:off x="282240" y="579960"/>
            <a:ext cx="5486040" cy="548604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4"/>
          <p:cNvPicPr/>
          <p:nvPr/>
        </p:nvPicPr>
        <p:blipFill>
          <a:blip r:embed="rId3"/>
          <a:stretch/>
        </p:blipFill>
        <p:spPr>
          <a:xfrm>
            <a:off x="5970960" y="579960"/>
            <a:ext cx="5486040" cy="5486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/>
          <p:cNvPicPr/>
          <p:nvPr/>
        </p:nvPicPr>
        <p:blipFill>
          <a:blip r:embed="rId2"/>
          <a:stretch/>
        </p:blipFill>
        <p:spPr>
          <a:xfrm>
            <a:off x="299160" y="654480"/>
            <a:ext cx="5173200" cy="5173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/>
          <p:cNvPicPr/>
          <p:nvPr/>
        </p:nvPicPr>
        <p:blipFill>
          <a:blip r:embed="rId3"/>
          <a:stretch/>
        </p:blipFill>
        <p:spPr>
          <a:xfrm>
            <a:off x="914760" y="457200"/>
            <a:ext cx="10286640" cy="6171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2"/>
          <p:cNvPicPr/>
          <p:nvPr/>
        </p:nvPicPr>
        <p:blipFill>
          <a:blip r:embed="rId3"/>
          <a:stretch/>
        </p:blipFill>
        <p:spPr>
          <a:xfrm>
            <a:off x="263520" y="624960"/>
            <a:ext cx="5189040" cy="560808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4"/>
          <p:cNvPicPr/>
          <p:nvPr/>
        </p:nvPicPr>
        <p:blipFill>
          <a:blip r:embed="rId4"/>
          <a:stretch/>
        </p:blipFill>
        <p:spPr>
          <a:xfrm>
            <a:off x="5606280" y="624960"/>
            <a:ext cx="6585480" cy="607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3307680" y="457200"/>
            <a:ext cx="56077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Arial"/>
              </a:rPr>
              <a:t>Top 10 GO slims enriched in high fluorescence morph</a:t>
            </a:r>
          </a:p>
        </p:txBody>
      </p:sp>
      <p:pic>
        <p:nvPicPr>
          <p:cNvPr id="96" name="Picture 95"/>
          <p:cNvPicPr/>
          <p:nvPr/>
        </p:nvPicPr>
        <p:blipFill>
          <a:blip r:embed="rId3"/>
          <a:stretch/>
        </p:blipFill>
        <p:spPr>
          <a:xfrm>
            <a:off x="1037520" y="1371600"/>
            <a:ext cx="9478080" cy="4624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/>
          <p:cNvPicPr/>
          <p:nvPr/>
        </p:nvPicPr>
        <p:blipFill>
          <a:blip r:embed="rId2"/>
          <a:stretch/>
        </p:blipFill>
        <p:spPr>
          <a:xfrm>
            <a:off x="1371600" y="228600"/>
            <a:ext cx="9144000" cy="6400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/>
          <p:cNvPicPr/>
          <p:nvPr/>
        </p:nvPicPr>
        <p:blipFill>
          <a:blip r:embed="rId2"/>
          <a:stretch/>
        </p:blipFill>
        <p:spPr>
          <a:xfrm>
            <a:off x="243000" y="0"/>
            <a:ext cx="929952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21</Words>
  <Application>Microsoft Office PowerPoint</Application>
  <PresentationFormat>Widescreen</PresentationFormat>
  <Paragraphs>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Liel Uziahu</dc:creator>
  <dc:description/>
  <cp:lastModifiedBy>Liel Uziahu</cp:lastModifiedBy>
  <cp:revision>4</cp:revision>
  <dcterms:created xsi:type="dcterms:W3CDTF">2026-01-24T08:10:14Z</dcterms:created>
  <dcterms:modified xsi:type="dcterms:W3CDTF">2026-02-06T12:14:30Z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