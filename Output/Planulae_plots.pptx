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tif" ContentType="image/tiff"/>
  <Override PartName="/ppt/media/image5.png" ContentType="image/png"/>
  <Override PartName="/ppt/media/image2.png" ContentType="image/png"/>
  <Override PartName="/ppt/media/image9.jpeg" ContentType="image/jpeg"/>
  <Override PartName="/ppt/media/image3.png" ContentType="image/png"/>
  <Override PartName="/ppt/media/image4.png" ContentType="image/png"/>
  <Override PartName="/ppt/media/image8.jpeg" ContentType="image/jpeg"/>
  <Override PartName="/ppt/media/image13.jpeg" ContentType="image/jpeg"/>
  <Override PartName="/ppt/media/image6.png" ContentType="image/png"/>
  <Override PartName="/ppt/media/image12.jpeg" ContentType="image/jpeg"/>
  <Override PartName="/ppt/media/image7.png" ContentType="image/png"/>
  <Override PartName="/ppt/media/image10.jpeg" ContentType="image/jpeg"/>
  <Override PartName="/ppt/media/image11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C14A75-589C-43AF-BD74-943CCE6719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D72181-D311-4A37-9AFF-A37DC7AACC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1153570-847C-4218-9451-EBD9EDD451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C29678-F590-4491-B7FB-AF3FBAF80B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8F8C36-19FC-4AF1-9B70-D4C95357A8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E610BE0-ECF3-4062-A803-17F5619EA7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2D0D30-212C-4657-A888-258AF968D7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BCE3CC-DFF2-40F2-81F1-F224EA9230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578EAD-87D1-4479-8476-46E6308DC9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E68431-73A9-49C5-B07C-A1FCA2B64E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89A30EF-5C4E-4B0A-88CF-6A821704F9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7125D19-2BD7-4088-9DBE-7A32586569A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4443272-79A2-4B1E-94A0-EB08034FE0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FE2C81D-04BB-4323-8097-AB29BDDF23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C5A98EF-F443-4BAC-81F9-FEC1AAAEBF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A0CF61B-BD6F-4638-A49E-7A0EF7F265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36CE61D-7703-44C4-8520-637DFC6719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1C68211-637B-4975-8975-3730DC5C4F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EDA1FAC-4E68-4E3C-98D4-92ADC6CE29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226471D-28DD-4255-B86B-3E9A7CADB0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EE5AE2B-8868-4FF5-BDAA-F06490794E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7BCF375-2CBB-4AC8-9358-29341BDD87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5C6A35F-BD40-4D53-BAFB-3BE8AC7CE59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7E117D3-9E07-4537-AE40-7991B4A4AC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b="0" sz="6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sz="1200" spc="-1" strike="noStrike">
                <a:solidFill>
                  <a:srgbClr val="787878"/>
                </a:solidFill>
                <a:latin typeface="Aptos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438045-547D-45AC-B942-E49231747E0A}" type="slidenum">
              <a:rPr b="0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800" spc="-1" strike="noStrike">
                <a:solidFill>
                  <a:srgbClr val="000000"/>
                </a:solidFill>
                <a:latin typeface="Aptos"/>
              </a:rPr>
              <a:t>Click to edit the outline text format</a:t>
            </a:r>
            <a:endParaRPr b="0" sz="28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2000" spc="-1" strike="noStrike">
                <a:solidFill>
                  <a:srgbClr val="000000"/>
                </a:solidFill>
                <a:latin typeface="Aptos"/>
              </a:rPr>
              <a:t>Second Outline Level</a:t>
            </a:r>
            <a:endParaRPr b="0" sz="20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1800" spc="-1" strike="noStrike">
                <a:solidFill>
                  <a:srgbClr val="000000"/>
                </a:solidFill>
                <a:latin typeface="Aptos"/>
              </a:rPr>
              <a:t>Third Outline Level</a:t>
            </a:r>
            <a:endParaRPr b="0" sz="18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1800" spc="-1" strike="noStrike">
                <a:solidFill>
                  <a:srgbClr val="000000"/>
                </a:solidFill>
                <a:latin typeface="Aptos"/>
              </a:rPr>
              <a:t>Fourth Outline Level</a:t>
            </a:r>
            <a:endParaRPr b="0" sz="18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rgbClr val="000000"/>
                </a:solidFill>
                <a:latin typeface="Aptos"/>
              </a:rPr>
              <a:t>Fifth Outline Level</a:t>
            </a:r>
            <a:endParaRPr b="0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rgbClr val="000000"/>
                </a:solidFill>
                <a:latin typeface="Aptos"/>
              </a:rPr>
              <a:t>Sixth Outline Level</a:t>
            </a:r>
            <a:endParaRPr b="0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rgbClr val="000000"/>
                </a:solidFill>
                <a:latin typeface="Aptos"/>
              </a:rPr>
              <a:t>Seventh Outline Level</a:t>
            </a:r>
            <a:endParaRPr b="0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Second level</a:t>
            </a:r>
            <a:endParaRPr b="0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Third level</a:t>
            </a:r>
            <a:endParaRPr b="0" sz="20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Fourth level</a:t>
            </a:r>
            <a:endParaRPr b="0" sz="1800" spc="-1" strike="noStrike">
              <a:solidFill>
                <a:srgbClr val="000000"/>
              </a:solidFill>
              <a:latin typeface="Aptos"/>
            </a:endParaRPr>
          </a:p>
          <a:p>
            <a:pPr lvl="4" marL="20574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Fifth level</a:t>
            </a:r>
            <a:endParaRPr b="0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sz="1200" spc="-1" strike="noStrike">
                <a:solidFill>
                  <a:srgbClr val="787878"/>
                </a:solidFill>
                <a:latin typeface="Aptos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0920DE-BF1B-44A5-850D-95A716DBC194}" type="slidenum">
              <a:rPr b="0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tif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3" name="Rectangle 13"/>
          <p:cNvSpPr/>
          <p:nvPr/>
        </p:nvSpPr>
        <p:spPr>
          <a:xfrm>
            <a:off x="477000" y="480240"/>
            <a:ext cx="11237760" cy="589752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algn="t" blurRad="63360" dir="5400000" dist="17640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4" name="Picture 6" descr=""/>
          <p:cNvPicPr/>
          <p:nvPr/>
        </p:nvPicPr>
        <p:blipFill>
          <a:blip r:embed="rId1"/>
          <a:stretch/>
        </p:blipFill>
        <p:spPr>
          <a:xfrm>
            <a:off x="643320" y="2105280"/>
            <a:ext cx="5294520" cy="2647080"/>
          </a:xfrm>
          <a:prstGeom prst="rect">
            <a:avLst/>
          </a:prstGeom>
          <a:ln w="0">
            <a:noFill/>
          </a:ln>
        </p:spPr>
      </p:pic>
      <p:sp>
        <p:nvSpPr>
          <p:cNvPr id="85" name="Straight Connector 15"/>
          <p:cNvSpPr/>
          <p:nvPr/>
        </p:nvSpPr>
        <p:spPr>
          <a:xfrm>
            <a:off x="6079680" y="1143000"/>
            <a:ext cx="36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6" name="Picture 4" descr=""/>
          <p:cNvPicPr/>
          <p:nvPr/>
        </p:nvPicPr>
        <p:blipFill>
          <a:blip r:embed="rId2"/>
          <a:stretch/>
        </p:blipFill>
        <p:spPr>
          <a:xfrm>
            <a:off x="6582240" y="643320"/>
            <a:ext cx="4637520" cy="5570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4" descr=""/>
          <p:cNvPicPr/>
          <p:nvPr/>
        </p:nvPicPr>
        <p:blipFill>
          <a:blip r:embed="rId1"/>
          <a:stretch/>
        </p:blipFill>
        <p:spPr>
          <a:xfrm>
            <a:off x="70560" y="685800"/>
            <a:ext cx="5486040" cy="5486040"/>
          </a:xfrm>
          <a:prstGeom prst="rect">
            <a:avLst/>
          </a:prstGeom>
          <a:ln w="0">
            <a:noFill/>
          </a:ln>
        </p:spPr>
      </p:pic>
      <p:pic>
        <p:nvPicPr>
          <p:cNvPr id="88" name="Picture 6" descr=""/>
          <p:cNvPicPr/>
          <p:nvPr/>
        </p:nvPicPr>
        <p:blipFill>
          <a:blip r:embed="rId2"/>
          <a:stretch/>
        </p:blipFill>
        <p:spPr>
          <a:xfrm>
            <a:off x="5778360" y="685800"/>
            <a:ext cx="5486040" cy="548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2" descr=""/>
          <p:cNvPicPr/>
          <p:nvPr/>
        </p:nvPicPr>
        <p:blipFill>
          <a:blip r:embed="rId1"/>
          <a:stretch/>
        </p:blipFill>
        <p:spPr>
          <a:xfrm>
            <a:off x="282240" y="579960"/>
            <a:ext cx="5486040" cy="5486040"/>
          </a:xfrm>
          <a:prstGeom prst="rect">
            <a:avLst/>
          </a:prstGeom>
          <a:ln w="0">
            <a:noFill/>
          </a:ln>
        </p:spPr>
      </p:pic>
      <p:pic>
        <p:nvPicPr>
          <p:cNvPr id="90" name="Picture 4" descr=""/>
          <p:cNvPicPr/>
          <p:nvPr/>
        </p:nvPicPr>
        <p:blipFill>
          <a:blip r:embed="rId2"/>
          <a:stretch/>
        </p:blipFill>
        <p:spPr>
          <a:xfrm>
            <a:off x="5970960" y="579960"/>
            <a:ext cx="5486040" cy="548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2" descr=""/>
          <p:cNvPicPr/>
          <p:nvPr/>
        </p:nvPicPr>
        <p:blipFill>
          <a:blip r:embed="rId1"/>
          <a:stretch/>
        </p:blipFill>
        <p:spPr>
          <a:xfrm>
            <a:off x="243000" y="0"/>
            <a:ext cx="9299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2" descr=""/>
          <p:cNvPicPr/>
          <p:nvPr/>
        </p:nvPicPr>
        <p:blipFill>
          <a:blip r:embed="rId1"/>
          <a:stretch/>
        </p:blipFill>
        <p:spPr>
          <a:xfrm>
            <a:off x="263520" y="624960"/>
            <a:ext cx="5189040" cy="560808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4" descr=""/>
          <p:cNvPicPr/>
          <p:nvPr/>
        </p:nvPicPr>
        <p:blipFill>
          <a:blip r:embed="rId2"/>
          <a:stretch/>
        </p:blipFill>
        <p:spPr>
          <a:xfrm>
            <a:off x="5606280" y="624960"/>
            <a:ext cx="6585480" cy="6078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2" descr=""/>
          <p:cNvPicPr/>
          <p:nvPr/>
        </p:nvPicPr>
        <p:blipFill>
          <a:blip r:embed="rId1"/>
          <a:stretch/>
        </p:blipFill>
        <p:spPr>
          <a:xfrm>
            <a:off x="299160" y="654480"/>
            <a:ext cx="5173200" cy="517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 txBox="1"/>
          <p:nvPr/>
        </p:nvSpPr>
        <p:spPr>
          <a:xfrm>
            <a:off x="3307680" y="457200"/>
            <a:ext cx="560772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Top 10 GO slims enriched in high fluorescence morph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1037520" y="1371600"/>
            <a:ext cx="9478080" cy="4624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9144000" cy="6400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" descr=""/>
          <p:cNvPicPr/>
          <p:nvPr/>
        </p:nvPicPr>
        <p:blipFill>
          <a:blip r:embed="rId1"/>
          <a:stretch/>
        </p:blipFill>
        <p:spPr>
          <a:xfrm>
            <a:off x="914760" y="457200"/>
            <a:ext cx="10286640" cy="617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2026-01-24T08:10:14Z</dcterms:created>
  <dc:creator>Liel Uziahu</dc:creator>
  <dc:description/>
  <dc:language>en-US</dc:language>
  <cp:lastModifiedBy/>
  <dcterms:modified xsi:type="dcterms:W3CDTF">2026-01-29T11:35:55Z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