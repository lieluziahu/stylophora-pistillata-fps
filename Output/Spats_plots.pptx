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5" r:id="rId4"/>
    <p:sldId id="257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EF721-C852-D0B5-5AE9-D73338A8DE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372551-92F5-B8E3-DFFE-D1BF51C042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F53D76-95B9-C37C-B2E2-23DD567CB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661258-BF33-083F-00EB-0F8327969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7602C0-C09A-CAB6-700E-2AE4AD098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23361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D1A9C-7B00-E34D-FCC3-37C940D9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04E80-01E6-21EB-B943-4A97E4504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49E648-17AF-7D7A-9E99-103FB8BCA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1E0E0-8047-4CA6-0707-1BDE9CAE1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38A955-9AD8-6630-2A18-345A11BEA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31852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1C35-EF1B-67B5-9300-A69660325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C4862-90EC-F0A1-FE96-2DE3ADA421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B04C6-1E78-B3F6-0B39-3438B7697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E14C2-B9D4-E5ED-41DB-20DE5C933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7FF56-F06A-D6C1-34E6-633EC6B7E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85684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8CC34-8466-FE6C-B79E-6BE07BAF4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8A283-F4AE-42D0-A53F-4974C6B15C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2704E-F692-57E6-5004-84C6393B9F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82D031-2490-28BE-2562-6DDFD7133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ED79D8-CCA6-45CA-D4BC-AAE5F5C04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8A9EB2-7E31-54B2-2A5C-52D40A71C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87913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31115-A74E-7FD4-353D-39A75FB33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5A2D92-8C64-AD3E-E8BB-8613945A66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99C12-4B7A-4DE4-01C1-7944BC9849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780D0D-9050-3BFE-5426-DE121153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E6F75F-EB00-5FAC-9F85-CE76D965B3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B584AC-1A13-230D-0CAC-9E16E3D95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5075DA-7F7C-D5DB-774B-CE4112F68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4B2359-5597-F94D-8444-032B7FFA3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11363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A9A15-7F78-EBB1-95F4-D4E9BE3D3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2CF081-590D-D8E3-3E99-FDCAA805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43DDC6-EA69-AF40-FF82-85F9F9FB8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8646-B2CE-1EE5-4830-937C6C03B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041436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8AEA4E-AC57-3B2B-0C9F-6E4830E92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996EB7-614C-46FB-2092-F1E2A6AAD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CA8099-C850-2E46-D681-B6713063E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3296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883B9-E46B-1C01-B671-14299757B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24A8FF-9B2B-B511-4EBE-3A4615745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3150B8-2AF2-12A7-D2D7-D31EF441B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1C7D35-5310-C952-7716-A3C830BDE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3C8F53-3E20-4A75-5779-CF38C1B22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FB2A0-9C11-ADA3-5643-42CA25C90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91789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A5F0E-D7F6-0DE8-1446-01DE662BC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0D973D-388E-289B-F71B-7E56CC09E1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FB1255-2EEF-F8E1-5874-42C4CF67BF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B450C9-4D5B-631C-AF06-37DDFF876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7689C-5C82-9561-1DEF-52B61E885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DE176D-FFB4-C5C9-38EA-27B28ED56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1422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DFC6D-0726-F839-0697-0BBFF382D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91880C-71CF-5467-4BA2-A5A3A5C924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11F659-A7D3-2CF6-7291-B5893FA5A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BD586-F551-3C28-5869-995DBA5E9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D9FB76-D300-6158-729D-FADEEB155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994622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13BA2E-6584-7B66-BAE3-25E6CC107F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02FC68-443A-6AE0-AEBC-B25EFC09C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EC0FA-FA47-AABB-F131-F71B7AD5F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FFAD82-B0D3-CF82-8073-3036E9CB2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4508EE-5A64-918D-10D7-B02A1C683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54161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A8E006-C55D-9B37-4741-61CB55D9E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F8E708-86D4-59CA-528F-4729A294D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5D8A1-36D0-F4C9-DC63-52670D608F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F46352-B210-3ED0-1F7E-FB66F6EFFA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238CAD-D008-FA1E-104F-EC6F3C1F6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05811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FE35BA-C8DD-6B95-BF50-E022DA7100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3805" y="321734"/>
            <a:ext cx="3873557" cy="290517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2EAC8A-812F-62DE-B42F-D06A560606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7297" y="3486486"/>
            <a:ext cx="3873557" cy="2905170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ED143D-E1E1-2B7D-9777-D1C9950355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4638" y="321734"/>
            <a:ext cx="3680744" cy="27605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041A933-B1DF-C75D-8767-3EDADE391B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7963" y="3631096"/>
            <a:ext cx="3680744" cy="276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958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8C9544D-5996-12DF-98E9-8FC394BAD2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6607" y="321734"/>
            <a:ext cx="3387953" cy="290517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CA702A-B03F-8C31-1AF9-0510B524DC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1746" y="321734"/>
            <a:ext cx="2905170" cy="2905170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B5258E3-4D04-720B-CD49-F5D2EA8D46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0927" y="3631096"/>
            <a:ext cx="3219312" cy="27605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3ECC8D8-A7A1-7EBE-9608-31F2D6AEAB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4675" y="3631096"/>
            <a:ext cx="3219312" cy="276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690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0CF4E-D4DA-A745-A0BE-2F18233BF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4669CC5C-3E74-C802-A4E3-CCB9DCE76B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6607" y="321734"/>
            <a:ext cx="3387953" cy="290517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339B0F7-7FDC-AEF5-BC38-5D2F4C2647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1746" y="321734"/>
            <a:ext cx="2905170" cy="2905170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3B822F8-11ED-E23E-0FF6-ED4E4D5C1E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6221" y="3631096"/>
            <a:ext cx="3228724" cy="27605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9650F47-98ED-A917-0DB9-D9997A76ED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4675" y="3631096"/>
            <a:ext cx="3219312" cy="276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253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1540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153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5742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6645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9107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88940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4629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0</Words>
  <Application>Microsoft Office PowerPoint</Application>
  <PresentationFormat>Widescreen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Liel Uziahu</dc:creator>
  <cp:lastModifiedBy>Liel Uziahu</cp:lastModifiedBy>
  <cp:revision>7</cp:revision>
  <dcterms:created xsi:type="dcterms:W3CDTF">2026-01-24T08:17:31Z</dcterms:created>
  <dcterms:modified xsi:type="dcterms:W3CDTF">2026-01-26T18:10:25Z</dcterms:modified>
</cp:coreProperties>
</file>