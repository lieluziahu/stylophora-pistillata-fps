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6" r:id="rId4"/>
    <p:sldId id="257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CA702A-B03F-8C31-1AF9-0510B524D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0CF4E-D4DA-A745-A0BE-2F18233B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31061D95-6523-47EC-D8C4-0FCDE70A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02B5DF4-C242-A61D-1DD3-1B8F321C4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F228117-D2BA-54B4-86AF-A387FC9BF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650F47-98ED-A917-0DB9-D9997A76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122" y="242468"/>
            <a:ext cx="3381401" cy="28983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669CC5C-3E74-C802-A4E3-CCB9DCE76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509" y="3584139"/>
            <a:ext cx="3536625" cy="30313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B822F8-11ED-E23E-0FF6-ED4E4D5C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4477" y="3696383"/>
            <a:ext cx="3274721" cy="28069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339B0F7-7FDC-AEF5-BC38-5D2F4C2647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189" y="194947"/>
            <a:ext cx="3077502" cy="307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5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6</cp:revision>
  <dcterms:created xsi:type="dcterms:W3CDTF">2026-01-24T08:17:31Z</dcterms:created>
  <dcterms:modified xsi:type="dcterms:W3CDTF">2026-01-26T13:41:13Z</dcterms:modified>
</cp:coreProperties>
</file>