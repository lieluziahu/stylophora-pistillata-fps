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F721-C852-D0B5-5AE9-D73338A8D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72551-92F5-B8E3-DFFE-D1BF51C04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53D76-95B9-C37C-B2E2-23DD567CB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01/24/2026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61258-BF33-083F-00EB-0F8327969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02C0-C09A-CAB6-700E-2AE4AD09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2336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D1A9C-7B00-E34D-FCC3-37C940D9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04E80-01E6-21EB-B943-4A97E4504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9E648-17AF-7D7A-9E99-103FB8BC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01/24/2026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1E0E0-8047-4CA6-0707-1BDE9CAE1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8A955-9AD8-6630-2A18-345A11BE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1852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1C35-EF1B-67B5-9300-A6966032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C4862-90EC-F0A1-FE96-2DE3ADA42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B04C6-1E78-B3F6-0B39-3438B769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01/24/2026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E14C2-B9D4-E5ED-41DB-20DE5C93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7FF56-F06A-D6C1-34E6-633EC6B7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568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8CC34-8466-FE6C-B79E-6BE07BAF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8A283-F4AE-42D0-A53F-4974C6B15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2704E-F692-57E6-5004-84C6393B9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2D031-2490-28BE-2562-6DDFD713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01/24/2026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D79D8-CCA6-45CA-D4BC-AAE5F5C04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A9EB2-7E31-54B2-2A5C-52D40A71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7913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31115-A74E-7FD4-353D-39A75FB3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A2D92-8C64-AD3E-E8BB-8613945A6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99C12-4B7A-4DE4-01C1-7944BC984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80D0D-9050-3BFE-5426-DE121153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6F75F-EB00-5FAC-9F85-CE76D965B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B584AC-1A13-230D-0CAC-9E16E3D95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01/24/2026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5075DA-7F7C-D5DB-774B-CE4112F68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4B2359-5597-F94D-8444-032B7FFA3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113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9A15-7F78-EBB1-95F4-D4E9BE3D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CF081-590D-D8E3-3E99-FDCAA805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01/24/2026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3DDC6-EA69-AF40-FF82-85F9F9FB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8646-B2CE-1EE5-4830-937C6C03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414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8AEA4E-AC57-3B2B-0C9F-6E4830E92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01/24/2026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996EB7-614C-46FB-2092-F1E2A6AAD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A8099-C850-2E46-D681-B6713063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3296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83B9-E46B-1C01-B671-14299757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4A8FF-9B2B-B511-4EBE-3A4615745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150B8-2AF2-12A7-D2D7-D31EF441B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C7D35-5310-C952-7716-A3C830BDE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01/24/2026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C8F53-3E20-4A75-5779-CF38C1B2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FB2A0-9C11-ADA3-5643-42CA25C9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9178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A5F0E-D7F6-0DE8-1446-01DE662BC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0D973D-388E-289B-F71B-7E56CC09E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B1255-2EEF-F8E1-5874-42C4CF67B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450C9-4D5B-631C-AF06-37DDFF87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01/24/2026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7689C-5C82-9561-1DEF-52B61E88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E176D-FFB4-C5C9-38EA-27B28ED56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1422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FC6D-0726-F839-0697-0BBFF382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1880C-71CF-5467-4BA2-A5A3A5C92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1F659-A7D3-2CF6-7291-B5893FA5A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01/24/2026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BD586-F551-3C28-5869-995DBA5E9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9FB76-D300-6158-729D-FADEEB15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9946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3BA2E-6584-7B66-BAE3-25E6CC107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2FC68-443A-6AE0-AEBC-B25EFC09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EC0FA-FA47-AABB-F131-F71B7AD5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BEE6-A765-40B7-8EAA-6B0D1A964E29}" type="datetimeFigureOut">
              <a:rPr lang="LID4096" smtClean="0"/>
              <a:t>01/24/2026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FAD82-B0D3-CF82-8073-3036E9CB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508EE-5A64-918D-10D7-B02A1C68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5416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8E006-C55D-9B37-4741-61CB55D9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8E708-86D4-59CA-528F-4729A294D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5D8A1-36D0-F4C9-DC63-52670D608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4BEE6-A765-40B7-8EAA-6B0D1A964E29}" type="datetimeFigureOut">
              <a:rPr lang="LID4096" smtClean="0"/>
              <a:t>01/24/2026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46352-B210-3ED0-1F7E-FB66F6EFF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38CAD-D008-FA1E-104F-EC6F3C1F6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429E74-C3DB-41EC-9FF5-E80CD6FB578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0581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291D9-8A20-1378-EC50-D3F8CAE5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302940-2A07-6E66-5766-04B400612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07" y="321734"/>
            <a:ext cx="3387953" cy="290517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4D1A18-E95E-ECFD-19C2-A2BCB52D9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746" y="321734"/>
            <a:ext cx="2905170" cy="290517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B5417C-8A7E-0E8D-1C2B-DC91A55DA1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927" y="3631096"/>
            <a:ext cx="3219312" cy="2760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BDA952-89F1-68ED-1329-D49CF322FD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675" y="3631096"/>
            <a:ext cx="3219312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9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958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54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53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91D9-8A20-1378-EC50-D3F8CAE5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574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645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91D9-8A20-1378-EC50-D3F8CAE5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107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894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91D9-8A20-1378-EC50-D3F8CAE5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629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Liel Uziahu</dc:creator>
  <cp:lastModifiedBy>Liel Uziahu</cp:lastModifiedBy>
  <cp:revision>2</cp:revision>
  <dcterms:created xsi:type="dcterms:W3CDTF">2026-01-24T08:17:31Z</dcterms:created>
  <dcterms:modified xsi:type="dcterms:W3CDTF">2026-01-24T08:33:29Z</dcterms:modified>
</cp:coreProperties>
</file>