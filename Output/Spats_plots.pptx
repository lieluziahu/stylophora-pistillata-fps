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5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7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61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02/21/2026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2018922-3DAD-923E-AD3C-442EBA31E3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803" y="321734"/>
            <a:ext cx="3873561" cy="29051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EF9153-4A96-E1A4-6976-54F4669346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551" y="321734"/>
            <a:ext cx="3873561" cy="290517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BD5A34-D7E7-B4FC-2425-622B628E68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551" y="3676933"/>
            <a:ext cx="3680748" cy="276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1B9326-C36F-E448-BD32-FEC481142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518" y="3775706"/>
            <a:ext cx="3680745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53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0CF4E-D4DA-A745-A0BE-2F18233B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669CC5C-3E74-C802-A4E3-CCB9DCE76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0FF585-C526-0E78-10C3-FCD6FC0323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B822F8-11ED-E23E-0FF6-ED4E4D5C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221" y="3631096"/>
            <a:ext cx="3228724" cy="27605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50F47-98ED-A917-0DB9-D9997A76ED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AB2BAF7-2A44-5F37-5203-14D55E1008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221" y="321734"/>
            <a:ext cx="3387953" cy="29051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D8434E-2A64-5A52-BAFE-42958CE10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360" y="321734"/>
            <a:ext cx="2905170" cy="290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CCBC97-A3BA-2E3D-AC1F-BAC9A8C275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4289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5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174" y="226134"/>
            <a:ext cx="3610925" cy="3096369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329" y="3542332"/>
            <a:ext cx="3787821" cy="32480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440" y="3486590"/>
            <a:ext cx="3852826" cy="33037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E5BB26-A198-FB95-DE0B-2D10365493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3502" y="67612"/>
            <a:ext cx="3160701" cy="316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1DB57B8-D2B6-30C8-4880-28FBF0B9E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592" y="3713775"/>
            <a:ext cx="3387953" cy="29051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E52E-24CC-A12E-9189-5B37925B04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470" y="3705014"/>
            <a:ext cx="3387953" cy="29051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800808-5B7B-822D-D093-8304752912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131" y="239055"/>
            <a:ext cx="3219312" cy="27605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384370-C4F1-0B40-9FA3-1EED665653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111" y="100102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C53A74-D260-66A7-5E47-A75F969D9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8" y="321734"/>
            <a:ext cx="3387952" cy="290517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2F02DB-A0ED-3A24-74D1-2D9FC2E80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01A0C5-2544-309A-E9C7-D3E863E86E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A05118-37C4-24E7-A84F-CD8112ABF4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6" y="3631096"/>
            <a:ext cx="3219311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814C01C-8F85-133E-6FC1-8E66E17A2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2884" y="3631096"/>
            <a:ext cx="3387952" cy="290517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601CE2-3398-A547-9157-FE56593F5A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84D650-F3EE-FAD5-01F3-ADB2AA52DA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8C8A8D-2457-E9C8-308B-6DD6B446C3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584" y="100817"/>
            <a:ext cx="3219311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01AADBE-E005-A642-68A2-6B6EA692D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341" y="3486486"/>
            <a:ext cx="3387952" cy="29051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BB6B1D-2701-3865-184C-9BD9FAFA24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60" y="239055"/>
            <a:ext cx="2905170" cy="290517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F6C5B2-4952-A44E-639D-306E31E5F3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6" y="3631096"/>
            <a:ext cx="3219314" cy="2760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EC2AF7-09FC-5642-6723-935D0D0DB9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5485" y="123967"/>
            <a:ext cx="3219311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C574003-9292-BC11-FF46-0A5059F0C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8" y="321734"/>
            <a:ext cx="3387952" cy="290517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99A7C-3601-CD30-AACF-9A60365F9C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B0C15F-2BCD-8126-D915-9859C526A6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0E31B4-5692-CB59-8FCF-656A988BCB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9104" y="3849624"/>
            <a:ext cx="3219311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B8B978F-535F-53EE-35F2-4FDAADC60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605" y="3558791"/>
            <a:ext cx="3387952" cy="290517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04E90A-60A3-D782-131B-1C4A167EC4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1B5191-18AF-AB71-D656-B37062D46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6" y="3631096"/>
            <a:ext cx="3219314" cy="2760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6EDC94-F803-6398-9364-425162FCE48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496" y="216564"/>
            <a:ext cx="3219311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08F83-C334-7E20-D233-AF02AC1F5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3A4683A-58BA-55AD-5987-46DC4EB49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579362"/>
              </p:ext>
            </p:extLst>
          </p:nvPr>
        </p:nvGraphicFramePr>
        <p:xfrm>
          <a:off x="1" y="0"/>
          <a:ext cx="12256658" cy="70959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95545">
                  <a:extLst>
                    <a:ext uri="{9D8B030D-6E8A-4147-A177-3AD203B41FA5}">
                      <a16:colId xmlns:a16="http://schemas.microsoft.com/office/drawing/2014/main" val="1702821222"/>
                    </a:ext>
                  </a:extLst>
                </a:gridCol>
                <a:gridCol w="1839958">
                  <a:extLst>
                    <a:ext uri="{9D8B030D-6E8A-4147-A177-3AD203B41FA5}">
                      <a16:colId xmlns:a16="http://schemas.microsoft.com/office/drawing/2014/main" val="1151058734"/>
                    </a:ext>
                  </a:extLst>
                </a:gridCol>
                <a:gridCol w="1904231">
                  <a:extLst>
                    <a:ext uri="{9D8B030D-6E8A-4147-A177-3AD203B41FA5}">
                      <a16:colId xmlns:a16="http://schemas.microsoft.com/office/drawing/2014/main" val="4266120410"/>
                    </a:ext>
                  </a:extLst>
                </a:gridCol>
                <a:gridCol w="1904231">
                  <a:extLst>
                    <a:ext uri="{9D8B030D-6E8A-4147-A177-3AD203B41FA5}">
                      <a16:colId xmlns:a16="http://schemas.microsoft.com/office/drawing/2014/main" val="3729345639"/>
                    </a:ext>
                  </a:extLst>
                </a:gridCol>
                <a:gridCol w="1904231">
                  <a:extLst>
                    <a:ext uri="{9D8B030D-6E8A-4147-A177-3AD203B41FA5}">
                      <a16:colId xmlns:a16="http://schemas.microsoft.com/office/drawing/2014/main" val="2172028641"/>
                    </a:ext>
                  </a:extLst>
                </a:gridCol>
                <a:gridCol w="1904231">
                  <a:extLst>
                    <a:ext uri="{9D8B030D-6E8A-4147-A177-3AD203B41FA5}">
                      <a16:colId xmlns:a16="http://schemas.microsoft.com/office/drawing/2014/main" val="3581559474"/>
                    </a:ext>
                  </a:extLst>
                </a:gridCol>
                <a:gridCol w="1904231">
                  <a:extLst>
                    <a:ext uri="{9D8B030D-6E8A-4147-A177-3AD203B41FA5}">
                      <a16:colId xmlns:a16="http://schemas.microsoft.com/office/drawing/2014/main" val="633359261"/>
                    </a:ext>
                  </a:extLst>
                </a:gridCol>
              </a:tblGrid>
              <a:tr h="590843">
                <a:tc>
                  <a:txBody>
                    <a:bodyPr/>
                    <a:lstStyle/>
                    <a:p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settlement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size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OxyRate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Prot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Cell Count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Chl</a:t>
                      </a:r>
                      <a:r>
                        <a:rPr lang="en-US" sz="1000" dirty="0"/>
                        <a:t> a</a:t>
                      </a:r>
                      <a:endParaRPr lang="LID4096" sz="1000" dirty="0"/>
                    </a:p>
                    <a:p>
                      <a:endParaRPr lang="LID4096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607025"/>
                  </a:ext>
                </a:extLst>
              </a:tr>
              <a:tr h="15667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ambiant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340375"/>
                  </a:ext>
                </a:extLst>
              </a:tr>
              <a:tr h="1804768">
                <a:tc>
                  <a:txBody>
                    <a:bodyPr/>
                    <a:lstStyle/>
                    <a:p>
                      <a:r>
                        <a:rPr lang="en-US" sz="1000" dirty="0"/>
                        <a:t>Temp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599588"/>
                  </a:ext>
                </a:extLst>
              </a:tr>
              <a:tr h="1566789">
                <a:tc>
                  <a:txBody>
                    <a:bodyPr/>
                    <a:lstStyle/>
                    <a:p>
                      <a:r>
                        <a:rPr lang="en-US" sz="1000" dirty="0"/>
                        <a:t>pH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753657"/>
                  </a:ext>
                </a:extLst>
              </a:tr>
              <a:tr h="1566789">
                <a:tc>
                  <a:txBody>
                    <a:bodyPr/>
                    <a:lstStyle/>
                    <a:p>
                      <a:r>
                        <a:rPr lang="en-US" sz="1000" dirty="0"/>
                        <a:t>light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904371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C46AE62-D0BC-7733-790C-9DBCBA9BEF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599" y="4045038"/>
            <a:ext cx="1843985" cy="13829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05A605-0B80-2B46-2994-CABCC952F1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599" y="699969"/>
            <a:ext cx="1843985" cy="13829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65416A-8854-FB49-53C9-4F4AF0DA75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07" y="2377674"/>
            <a:ext cx="1843985" cy="13829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A81E69-D0C9-9B14-9ABA-C34F25F51A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26" y="5616010"/>
            <a:ext cx="1829408" cy="13720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00D36D-3753-826B-9776-C1D560EEF7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73" y="5549998"/>
            <a:ext cx="1681952" cy="14380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6FD3AC-66D3-DDDF-0374-F30B5B92A1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129" y="4039084"/>
            <a:ext cx="1669040" cy="14312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FCEA3E-9B19-F029-8308-D12D73721D4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169" y="720661"/>
            <a:ext cx="1268960" cy="12689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1E340E-2110-BEBC-25AC-8B6D6D2FEF7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73" y="2322173"/>
            <a:ext cx="1706749" cy="14635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98FAEB-B4BF-13B8-D2CA-FC9ECD4046B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871" y="4050209"/>
            <a:ext cx="1505252" cy="129075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87CDE58-76C2-3330-D88E-5E18E0A9A14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1929" y="5670265"/>
            <a:ext cx="1493194" cy="12804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80C13F-BAFC-6C92-1035-52EDFA105D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9477" y="2321909"/>
            <a:ext cx="1639126" cy="14055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89153C-029D-1089-465D-0277B99CE4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3351" y="699969"/>
            <a:ext cx="1382988" cy="13829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D6B340F-31CD-C45B-871A-864BF1CEC19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7306" y="2263658"/>
            <a:ext cx="1774987" cy="15220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D2EFD1-8D41-47B8-F81E-4E0EB73F55D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01" y="5632877"/>
            <a:ext cx="1580396" cy="135519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1B93B9-E390-7929-88E8-0DA719C6DFB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8756" y="733178"/>
            <a:ext cx="1401477" cy="120176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DEE7958-7938-BC7B-56FE-A5CE3427A8D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0116" y="4075299"/>
            <a:ext cx="1580395" cy="13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422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08F83-C334-7E20-D233-AF02AC1F5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3A4683A-58BA-55AD-5987-46DC4EB49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861925"/>
              </p:ext>
            </p:extLst>
          </p:nvPr>
        </p:nvGraphicFramePr>
        <p:xfrm>
          <a:off x="1" y="0"/>
          <a:ext cx="12192000" cy="6857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04972">
                  <a:extLst>
                    <a:ext uri="{9D8B030D-6E8A-4147-A177-3AD203B41FA5}">
                      <a16:colId xmlns:a16="http://schemas.microsoft.com/office/drawing/2014/main" val="1702821222"/>
                    </a:ext>
                  </a:extLst>
                </a:gridCol>
                <a:gridCol w="2667752">
                  <a:extLst>
                    <a:ext uri="{9D8B030D-6E8A-4147-A177-3AD203B41FA5}">
                      <a16:colId xmlns:a16="http://schemas.microsoft.com/office/drawing/2014/main" val="1460912181"/>
                    </a:ext>
                  </a:extLst>
                </a:gridCol>
                <a:gridCol w="2154819">
                  <a:extLst>
                    <a:ext uri="{9D8B030D-6E8A-4147-A177-3AD203B41FA5}">
                      <a16:colId xmlns:a16="http://schemas.microsoft.com/office/drawing/2014/main" val="3037342861"/>
                    </a:ext>
                  </a:extLst>
                </a:gridCol>
                <a:gridCol w="2154819">
                  <a:extLst>
                    <a:ext uri="{9D8B030D-6E8A-4147-A177-3AD203B41FA5}">
                      <a16:colId xmlns:a16="http://schemas.microsoft.com/office/drawing/2014/main" val="3911972813"/>
                    </a:ext>
                  </a:extLst>
                </a:gridCol>
                <a:gridCol w="2154819">
                  <a:extLst>
                    <a:ext uri="{9D8B030D-6E8A-4147-A177-3AD203B41FA5}">
                      <a16:colId xmlns:a16="http://schemas.microsoft.com/office/drawing/2014/main" val="3158617558"/>
                    </a:ext>
                  </a:extLst>
                </a:gridCol>
                <a:gridCol w="2154819">
                  <a:extLst>
                    <a:ext uri="{9D8B030D-6E8A-4147-A177-3AD203B41FA5}">
                      <a16:colId xmlns:a16="http://schemas.microsoft.com/office/drawing/2014/main" val="3561565258"/>
                    </a:ext>
                  </a:extLst>
                </a:gridCol>
              </a:tblGrid>
              <a:tr h="572263">
                <a:tc>
                  <a:txBody>
                    <a:bodyPr/>
                    <a:lstStyle/>
                    <a:p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Fm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Fv</a:t>
                      </a:r>
                      <a:r>
                        <a:rPr lang="en-US" sz="1000" dirty="0"/>
                        <a:t>/Fm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Connectivity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Pmax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Effective Cross Section</a:t>
                      </a:r>
                      <a:endParaRPr lang="LID4096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607025"/>
                  </a:ext>
                </a:extLst>
              </a:tr>
              <a:tr h="1571434">
                <a:tc>
                  <a:txBody>
                    <a:bodyPr/>
                    <a:lstStyle/>
                    <a:p>
                      <a:r>
                        <a:rPr lang="en-US" sz="1000" dirty="0" err="1"/>
                        <a:t>ambiant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340375"/>
                  </a:ext>
                </a:extLst>
              </a:tr>
              <a:tr h="1571434">
                <a:tc>
                  <a:txBody>
                    <a:bodyPr/>
                    <a:lstStyle/>
                    <a:p>
                      <a:r>
                        <a:rPr lang="en-US" sz="1000" dirty="0"/>
                        <a:t>Temp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599588"/>
                  </a:ext>
                </a:extLst>
              </a:tr>
              <a:tr h="1571434">
                <a:tc>
                  <a:txBody>
                    <a:bodyPr/>
                    <a:lstStyle/>
                    <a:p>
                      <a:r>
                        <a:rPr lang="en-US" sz="1000" dirty="0"/>
                        <a:t>pH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7753657"/>
                  </a:ext>
                </a:extLst>
              </a:tr>
              <a:tr h="1571434">
                <a:tc>
                  <a:txBody>
                    <a:bodyPr/>
                    <a:lstStyle/>
                    <a:p>
                      <a:r>
                        <a:rPr lang="en-US" sz="1000" dirty="0"/>
                        <a:t>light</a:t>
                      </a:r>
                      <a:endParaRPr lang="LID4096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904371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AC17A66C-B6B2-069E-CC23-3B845D6F84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702" y="3713312"/>
            <a:ext cx="1833637" cy="15723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76175A-B7FF-5BD7-AA3F-A0FFCD6D9C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701" y="593007"/>
            <a:ext cx="1833637" cy="1572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10CC693-CC47-CF40-41B7-90D3B6ACCE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703" y="5285656"/>
            <a:ext cx="1833637" cy="15723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259615-4FCC-D72F-A397-B71F459425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703" y="2140965"/>
            <a:ext cx="1833638" cy="15723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3D4384-81A3-6A66-1650-92682BEE67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0954" y="2128668"/>
            <a:ext cx="1847978" cy="15846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0BF217-8FF8-58B6-529D-A39DCFD61A7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0951" y="568620"/>
            <a:ext cx="1847978" cy="15723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87E055-8912-E205-EE44-477A357B18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6611" y="5273358"/>
            <a:ext cx="1833640" cy="15723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8CAD73D-C53B-5B54-ED8E-A0AF6EB63B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0951" y="3725603"/>
            <a:ext cx="1819300" cy="15600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764730-DD3B-F3FF-DB13-4CEADD4A1A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468" y="2165351"/>
            <a:ext cx="1759445" cy="15087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3FC0E1-9881-1AD1-8AFB-1826D353D6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8644" y="568620"/>
            <a:ext cx="1560048" cy="156004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0135CAB-B0E7-17C6-D82E-149B737DBB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035" y="5285652"/>
            <a:ext cx="1819303" cy="15600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C23D02-BB1F-BE51-61F2-48624A1A0E7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035" y="3740244"/>
            <a:ext cx="1770643" cy="151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36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</TotalTime>
  <Words>25</Words>
  <Application>Microsoft Office PowerPoint</Application>
  <PresentationFormat>Widescreen</PresentationFormat>
  <Paragraphs>19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11</cp:revision>
  <dcterms:created xsi:type="dcterms:W3CDTF">2026-01-24T08:17:31Z</dcterms:created>
  <dcterms:modified xsi:type="dcterms:W3CDTF">2026-02-21T17:39:52Z</dcterms:modified>
</cp:coreProperties>
</file>