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5" r:id="rId3"/>
    <p:sldId id="258" r:id="rId4"/>
    <p:sldId id="257" r:id="rId5"/>
    <p:sldId id="259" r:id="rId6"/>
    <p:sldId id="260" r:id="rId7"/>
    <p:sldId id="261" r:id="rId8"/>
    <p:sldId id="262" r:id="rId9"/>
    <p:sldId id="263" r:id="rId10"/>
    <p:sldId id="264" r:id="rId11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8EF721-C852-D0B5-5AE9-D73338A8DE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1372551-92F5-B8E3-DFFE-D1BF51C042C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F53D76-95B9-C37C-B2E2-23DD567CB0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4BEE6-A765-40B7-8EAA-6B0D1A964E29}" type="datetimeFigureOut">
              <a:rPr lang="LID4096" smtClean="0"/>
              <a:t>02/03/2026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661258-BF33-083F-00EB-0F83279691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7602C0-C09A-CAB6-700E-2AE4AD098D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429E74-C3DB-41EC-9FF5-E80CD6FB578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523361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D1A9C-7B00-E34D-FCC3-37C940D977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204E80-01E6-21EB-B943-4A97E45041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49E648-17AF-7D7A-9E99-103FB8BCAD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4BEE6-A765-40B7-8EAA-6B0D1A964E29}" type="datetimeFigureOut">
              <a:rPr lang="LID4096" smtClean="0"/>
              <a:t>02/03/2026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31E0E0-8047-4CA6-0707-1BDE9CAE10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38A955-9AD8-6630-2A18-345A11BEAE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429E74-C3DB-41EC-9FF5-E80CD6FB578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1318525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C91C35-EF1B-67B5-9300-A69660325C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2C4862-90EC-F0A1-FE96-2DE3ADA421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1B04C6-1E78-B3F6-0B39-3438B76973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4BEE6-A765-40B7-8EAA-6B0D1A964E29}" type="datetimeFigureOut">
              <a:rPr lang="LID4096" smtClean="0"/>
              <a:t>02/03/2026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3E14C2-B9D4-E5ED-41DB-20DE5C9335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B7FF56-F06A-D6C1-34E6-633EC6B7E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429E74-C3DB-41EC-9FF5-E80CD6FB578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856845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88CC34-8466-FE6C-B79E-6BE07BAF47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08A283-F4AE-42D0-A53F-4974C6B15CE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42704E-F692-57E6-5004-84C6393B9F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582D031-2490-28BE-2562-6DDFD71335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4BEE6-A765-40B7-8EAA-6B0D1A964E29}" type="datetimeFigureOut">
              <a:rPr lang="LID4096" smtClean="0"/>
              <a:t>02/03/2026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ED79D8-CCA6-45CA-D4BC-AAE5F5C042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8A9EB2-7E31-54B2-2A5C-52D40A71C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429E74-C3DB-41EC-9FF5-E80CD6FB578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2879136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831115-A74E-7FD4-353D-39A75FB335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5A2D92-8C64-AD3E-E8BB-8613945A66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099C12-4B7A-4DE4-01C1-7944BC9849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780D0D-9050-3BFE-5426-DE121153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4E6F75F-EB00-5FAC-9F85-CE76D965B3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DB584AC-1A13-230D-0CAC-9E16E3D955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4BEE6-A765-40B7-8EAA-6B0D1A964E29}" type="datetimeFigureOut">
              <a:rPr lang="LID4096" smtClean="0"/>
              <a:t>02/03/2026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F5075DA-7F7C-D5DB-774B-CE4112F687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64B2359-5597-F94D-8444-032B7FFA35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429E74-C3DB-41EC-9FF5-E80CD6FB578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1311363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3A9A15-7F78-EBB1-95F4-D4E9BE3D37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42CF081-590D-D8E3-3E99-FDCAA80544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4BEE6-A765-40B7-8EAA-6B0D1A964E29}" type="datetimeFigureOut">
              <a:rPr lang="LID4096" smtClean="0"/>
              <a:t>02/03/2026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743DDC6-EA69-AF40-FF82-85F9F9FB8F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FF8646-B2CE-1EE5-4830-937C6C03BF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429E74-C3DB-41EC-9FF5-E80CD6FB578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041436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08AEA4E-AC57-3B2B-0C9F-6E4830E92F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4BEE6-A765-40B7-8EAA-6B0D1A964E29}" type="datetimeFigureOut">
              <a:rPr lang="LID4096" smtClean="0"/>
              <a:t>02/03/2026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996EB7-614C-46FB-2092-F1E2A6AAD4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CA8099-C850-2E46-D681-B6713063E6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429E74-C3DB-41EC-9FF5-E80CD6FB578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1332966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F883B9-E46B-1C01-B671-14299757BE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24A8FF-9B2B-B511-4EBE-3A46157458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D3150B8-2AF2-12A7-D2D7-D31EF441BB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E1C7D35-5310-C952-7716-A3C830BDE4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4BEE6-A765-40B7-8EAA-6B0D1A964E29}" type="datetimeFigureOut">
              <a:rPr lang="LID4096" smtClean="0"/>
              <a:t>02/03/2026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33C8F53-3E20-4A75-5779-CF38C1B229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9EFB2A0-9C11-ADA3-5643-42CA25C905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429E74-C3DB-41EC-9FF5-E80CD6FB578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4917894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EA5F0E-D7F6-0DE8-1446-01DE662BC0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60D973D-388E-289B-F71B-7E56CC09E1F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7FB1255-2EEF-F8E1-5874-42C4CF67BF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2B450C9-4D5B-631C-AF06-37DDFF8765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4BEE6-A765-40B7-8EAA-6B0D1A964E29}" type="datetimeFigureOut">
              <a:rPr lang="LID4096" smtClean="0"/>
              <a:t>02/03/2026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57689C-5C82-9561-1DEF-52B61E885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DE176D-FFB4-C5C9-38EA-27B28ED56E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429E74-C3DB-41EC-9FF5-E80CD6FB578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2514225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CDFC6D-0726-F839-0697-0BBFF382D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91880C-71CF-5467-4BA2-A5A3A5C924C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11F659-A7D3-2CF6-7291-B5893FA5AF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4BEE6-A765-40B7-8EAA-6B0D1A964E29}" type="datetimeFigureOut">
              <a:rPr lang="LID4096" smtClean="0"/>
              <a:t>02/03/2026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DBD586-F551-3C28-5869-995DBA5E95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D9FB76-D300-6158-729D-FADEEB1554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429E74-C3DB-41EC-9FF5-E80CD6FB578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9994622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013BA2E-6584-7B66-BAE3-25E6CC107F1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802FC68-443A-6AE0-AEBC-B25EFC09C8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8EC0FA-FA47-AABB-F131-F71B7AD5FB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4BEE6-A765-40B7-8EAA-6B0D1A964E29}" type="datetimeFigureOut">
              <a:rPr lang="LID4096" smtClean="0"/>
              <a:t>02/03/2026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FFAD82-B0D3-CF82-8073-3036E9CB2A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4508EE-5A64-918D-10D7-B02A1C683D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429E74-C3DB-41EC-9FF5-E80CD6FB578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541617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2A8E006-C55D-9B37-4741-61CB55D9EB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F8E708-86D4-59CA-528F-4729A294D4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05D8A1-36D0-F4C9-DC63-52670D608F9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414BEE6-A765-40B7-8EAA-6B0D1A964E29}" type="datetimeFigureOut">
              <a:rPr lang="LID4096" smtClean="0"/>
              <a:t>02/03/2026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F46352-B210-3ED0-1F7E-FB66F6EFFA2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238CAD-D008-FA1E-104F-EC6F3C1F60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C429E74-C3DB-41EC-9FF5-E80CD6FB578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3058119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4FE35BA-C8DD-6B95-BF50-E022DA7100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0297" y="3713775"/>
            <a:ext cx="3873557" cy="2905170"/>
          </a:xfrm>
          <a:prstGeom prst="rect">
            <a:avLst/>
          </a:prstGeom>
        </p:spPr>
      </p:pic>
      <p:sp>
        <p:nvSpPr>
          <p:cNvPr id="29" name="Rectangle 28">
            <a:extLst>
              <a:ext uri="{FF2B5EF4-FFF2-40B4-BE49-F238E27FC236}">
                <a16:creationId xmlns:a16="http://schemas.microsoft.com/office/drawing/2014/main" id="{417CDA24-35F8-4540-8C52-3096D6D949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50280" y="0"/>
            <a:ext cx="91440" cy="6858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B2EAC8A-812F-62DE-B42F-D06A560606D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673" y="321734"/>
            <a:ext cx="3873557" cy="2905170"/>
          </a:xfrm>
          <a:prstGeom prst="rect">
            <a:avLst/>
          </a:prstGeom>
        </p:spPr>
      </p:pic>
      <p:sp>
        <p:nvSpPr>
          <p:cNvPr id="30" name="Rectangle 29">
            <a:extLst>
              <a:ext uri="{FF2B5EF4-FFF2-40B4-BE49-F238E27FC236}">
                <a16:creationId xmlns:a16="http://schemas.microsoft.com/office/drawing/2014/main" id="{8658BFE0-4E65-4174-9C75-687C94E882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383280"/>
            <a:ext cx="6126480" cy="9144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A75DFED-A0C1-4A83-BE1D-0271C1826E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65520" y="3383280"/>
            <a:ext cx="6126480" cy="9144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7ED143D-E1E1-2B7D-9777-D1C9950355B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4638" y="321734"/>
            <a:ext cx="3680744" cy="276056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041A933-B1DF-C75D-8767-3EDADE391BD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344" y="4097440"/>
            <a:ext cx="3680744" cy="2760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79589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40CF4E-D4DA-A745-A0BE-2F18233BFB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4669CC5C-3E74-C802-A4E3-CCB9DCE76B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6607" y="321734"/>
            <a:ext cx="3387953" cy="2905170"/>
          </a:xfrm>
          <a:prstGeom prst="rect">
            <a:avLst/>
          </a:prstGeom>
        </p:spPr>
      </p:pic>
      <p:sp>
        <p:nvSpPr>
          <p:cNvPr id="50" name="Rectangle 49">
            <a:extLst>
              <a:ext uri="{FF2B5EF4-FFF2-40B4-BE49-F238E27FC236}">
                <a16:creationId xmlns:a16="http://schemas.microsoft.com/office/drawing/2014/main" id="{417CDA24-35F8-4540-8C52-3096D6D949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50280" y="0"/>
            <a:ext cx="91440" cy="6858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E339B0F7-7FDC-AEF5-BC38-5D2F4C26475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1746" y="321734"/>
            <a:ext cx="2905170" cy="2905170"/>
          </a:xfrm>
          <a:prstGeom prst="rect">
            <a:avLst/>
          </a:prstGeom>
        </p:spPr>
      </p:pic>
      <p:sp>
        <p:nvSpPr>
          <p:cNvPr id="52" name="Rectangle 51">
            <a:extLst>
              <a:ext uri="{FF2B5EF4-FFF2-40B4-BE49-F238E27FC236}">
                <a16:creationId xmlns:a16="http://schemas.microsoft.com/office/drawing/2014/main" id="{8658BFE0-4E65-4174-9C75-687C94E882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383280"/>
            <a:ext cx="6126480" cy="9144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FA75DFED-A0C1-4A83-BE1D-0271C1826E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65520" y="3383280"/>
            <a:ext cx="6126480" cy="9144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B3B822F8-11ED-E23E-0FF6-ED4E4D5C1E8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6221" y="3631096"/>
            <a:ext cx="3228724" cy="276056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9650F47-98ED-A917-0DB9-D9997A76ED6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54675" y="3631096"/>
            <a:ext cx="3219312" cy="2760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22531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74291D9-8A20-1378-EC50-D3F8CAE5B6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88C9544D-5996-12DF-98E9-8FC394BAD2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1174" y="226134"/>
            <a:ext cx="3610925" cy="3096369"/>
          </a:xfrm>
          <a:prstGeom prst="rect">
            <a:avLst/>
          </a:prstGeom>
        </p:spPr>
      </p:pic>
      <p:sp>
        <p:nvSpPr>
          <p:cNvPr id="41" name="Rectangle 40">
            <a:extLst>
              <a:ext uri="{FF2B5EF4-FFF2-40B4-BE49-F238E27FC236}">
                <a16:creationId xmlns:a16="http://schemas.microsoft.com/office/drawing/2014/main" id="{417CDA24-35F8-4540-8C52-3096D6D949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50280" y="0"/>
            <a:ext cx="91440" cy="6858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CCA702A-B03F-8C31-1AF9-0510B524DCD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3408" y="150441"/>
            <a:ext cx="3226904" cy="3226904"/>
          </a:xfrm>
          <a:prstGeom prst="rect">
            <a:avLst/>
          </a:prstGeom>
        </p:spPr>
      </p:pic>
      <p:sp>
        <p:nvSpPr>
          <p:cNvPr id="43" name="Rectangle 42">
            <a:extLst>
              <a:ext uri="{FF2B5EF4-FFF2-40B4-BE49-F238E27FC236}">
                <a16:creationId xmlns:a16="http://schemas.microsoft.com/office/drawing/2014/main" id="{8658BFE0-4E65-4174-9C75-687C94E882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383280"/>
            <a:ext cx="6126480" cy="9144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FA75DFED-A0C1-4A83-BE1D-0271C1826E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65520" y="3383280"/>
            <a:ext cx="6126480" cy="9144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B5258E3-4D04-720B-CD49-F5D2EA8D460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9329" y="3542332"/>
            <a:ext cx="3787821" cy="324805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3ECC8D8-A7A1-7EBE-9608-31F2D6AEABB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27440" y="3486590"/>
            <a:ext cx="3852826" cy="33037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06909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5D77B39-8143-8430-1551-6062C2D10B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24489" y="0"/>
            <a:ext cx="4026307" cy="345112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A666FC3-4304-9B58-5D99-01A2FB4F201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3" y="3451120"/>
            <a:ext cx="3871451" cy="331838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BE0671E-50AA-A7A2-B46C-3681E41F09E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3" y="0"/>
            <a:ext cx="3932902" cy="337105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5984FFB-9698-EDB5-9A37-103647FD7E1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24488" y="3406881"/>
            <a:ext cx="4026307" cy="3451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15407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32F02DB-A0ED-3A24-74D1-2D9FC2E804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21208" y="0"/>
            <a:ext cx="3470792" cy="3470792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F01A0C5-2544-309A-E9C7-D3E863E86EB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562" y="3429000"/>
            <a:ext cx="4000500" cy="3429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AC53A74-D260-66A7-5E47-A75F969D9D6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3621963" cy="310454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5A05118-37C4-24E7-A84F-CD8112ABF43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45910" y="3578246"/>
            <a:ext cx="3746090" cy="3210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15394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4291D9-8A20-1378-EC50-D3F8CAE5B6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7601CE2-3398-A547-9157-FE56593F5A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00103" y="0"/>
            <a:ext cx="3598611" cy="359861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184D650-F3EE-FAD5-01F3-ADB2AA52DA4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540" y="3352800"/>
            <a:ext cx="3842785" cy="329381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A8C8A8D-2457-E9C8-308B-6DD6B446C3B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"/>
            <a:ext cx="3911600" cy="33528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814C01C-8F85-133E-6FC1-8E66E17A297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00103" y="3436374"/>
            <a:ext cx="3991897" cy="3421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5742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0BB6B1D-2701-3865-184C-9BD9FAFA24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92496" y="1"/>
            <a:ext cx="3222528" cy="322252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CF6C5B2-4952-A44E-639D-306E31E5F3C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775587"/>
            <a:ext cx="3596154" cy="308241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CEC2AF7-09FC-5642-6723-935D0D0DB9C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62116"/>
            <a:ext cx="3759616" cy="322252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01AADBE-E005-A642-68A2-6B6EA692D67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32384" y="3429000"/>
            <a:ext cx="3759616" cy="3222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66456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4291D9-8A20-1378-EC50-D3F8CAE5B6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3E99A7C-3601-CD30-AACF-9A60365F9C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0768" y="34004"/>
            <a:ext cx="3394996" cy="339499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2B0C15F-2BCD-8126-D915-9859C526A6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0684" y="3429000"/>
            <a:ext cx="3811234" cy="326677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C574003-9292-BC11-FF46-0A5059F0C42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3811234" cy="326677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60E31B4-5692-CB59-8FCF-656A988BCB4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82116" y="3335242"/>
            <a:ext cx="4109883" cy="35227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91073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904E90A-60A3-D782-131B-1C4A167EC4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21286" y="0"/>
            <a:ext cx="3365920" cy="336592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F1B5191-18AF-AB71-D656-B37062D4635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736" y="3426196"/>
            <a:ext cx="3937825" cy="337527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46EDC94-F803-6398-9364-425162FCE48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39334"/>
            <a:ext cx="3670716" cy="314632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B8B978F-535F-53EE-35F2-4FDAADC6062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80439" y="3482721"/>
            <a:ext cx="3937825" cy="33752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88940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4291D9-8A20-1378-EC50-D3F8CAE5B6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646290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80</TotalTime>
  <Words>0</Words>
  <Application>Microsoft Office PowerPoint</Application>
  <PresentationFormat>Widescreen</PresentationFormat>
  <Paragraphs>0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Liel Uziahu</dc:creator>
  <cp:lastModifiedBy>Liel Uziahu</cp:lastModifiedBy>
  <cp:revision>8</cp:revision>
  <dcterms:created xsi:type="dcterms:W3CDTF">2026-01-24T08:17:31Z</dcterms:created>
  <dcterms:modified xsi:type="dcterms:W3CDTF">2026-02-03T14:46:42Z</dcterms:modified>
</cp:coreProperties>
</file>