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01/26/2026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CA702A-B03F-8C31-1AF9-0510B524D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0927" y="3631096"/>
            <a:ext cx="3219312" cy="27605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4</cp:revision>
  <dcterms:created xsi:type="dcterms:W3CDTF">2026-01-24T08:17:31Z</dcterms:created>
  <dcterms:modified xsi:type="dcterms:W3CDTF">2026-01-25T22:22:16Z</dcterms:modified>
</cp:coreProperties>
</file>