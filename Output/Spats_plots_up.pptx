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F721-C852-D0B5-5AE9-D73338A8D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72551-92F5-B8E3-DFFE-D1BF51C04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53D76-95B9-C37C-B2E2-23DD567C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61258-BF33-083F-00EB-0F832796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02C0-C09A-CAB6-700E-2AE4AD09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233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1A9C-7B00-E34D-FCC3-37C940D9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4E80-01E6-21EB-B943-4A97E4504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E648-17AF-7D7A-9E99-103FB8BC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E0E0-8047-4CA6-0707-1BDE9CAE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8A955-9AD8-6630-2A18-345A11BE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185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1C35-EF1B-67B5-9300-A6966032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C4862-90EC-F0A1-FE96-2DE3ADA42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B04C6-1E78-B3F6-0B39-3438B769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E14C2-B9D4-E5ED-41DB-20DE5C93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7FF56-F06A-D6C1-34E6-633EC6B7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568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CC34-8466-FE6C-B79E-6BE07BAF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A283-F4AE-42D0-A53F-4974C6B15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2704E-F692-57E6-5004-84C6393B9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2D031-2490-28BE-2562-6DDFD713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D79D8-CCA6-45CA-D4BC-AAE5F5C0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A9EB2-7E31-54B2-2A5C-52D40A71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791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31115-A74E-7FD4-353D-39A75FB3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A2D92-8C64-AD3E-E8BB-8613945A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99C12-4B7A-4DE4-01C1-7944BC984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80D0D-9050-3BFE-5426-DE121153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6F75F-EB00-5FAC-9F85-CE76D965B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584AC-1A13-230D-0CAC-9E16E3D9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075DA-7F7C-D5DB-774B-CE4112F6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B2359-5597-F94D-8444-032B7FFA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113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9A15-7F78-EBB1-95F4-D4E9BE3D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CF081-590D-D8E3-3E99-FDCAA805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3DDC6-EA69-AF40-FF82-85F9F9FB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8646-B2CE-1EE5-4830-937C6C03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414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AEA4E-AC57-3B2B-0C9F-6E4830E9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96EB7-614C-46FB-2092-F1E2A6AA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A8099-C850-2E46-D681-B6713063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329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83B9-E46B-1C01-B671-14299757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A8FF-9B2B-B511-4EBE-3A4615745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150B8-2AF2-12A7-D2D7-D31EF441B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C7D35-5310-C952-7716-A3C830BD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C8F53-3E20-4A75-5779-CF38C1B2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FB2A0-9C11-ADA3-5643-42CA25C9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178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5F0E-D7F6-0DE8-1446-01DE662B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D973D-388E-289B-F71B-7E56CC09E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B1255-2EEF-F8E1-5874-42C4CF67B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450C9-4D5B-631C-AF06-37DDFF87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7689C-5C82-9561-1DEF-52B61E88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E176D-FFB4-C5C9-38EA-27B28ED5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142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FC6D-0726-F839-0697-0BBFF382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1880C-71CF-5467-4BA2-A5A3A5C92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1F659-A7D3-2CF6-7291-B5893FA5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BD586-F551-3C28-5869-995DBA5E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FB76-D300-6158-729D-FADEEB15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946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3BA2E-6584-7B66-BAE3-25E6CC107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2FC68-443A-6AE0-AEBC-B25EFC09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C0FA-FA47-AABB-F131-F71B7AD5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FAD82-B0D3-CF82-8073-3036E9CB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508EE-5A64-918D-10D7-B02A1C68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416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8E006-C55D-9B37-4741-61CB55D9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8E708-86D4-59CA-528F-4729A294D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5D8A1-36D0-F4C9-DC63-52670D608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4BEE6-A765-40B7-8EAA-6B0D1A964E29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46352-B210-3ED0-1F7E-FB66F6EFF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38CAD-D008-FA1E-104F-EC6F3C1F6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581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41B9326-C36F-E448-BD32-FEC481142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803" y="321734"/>
            <a:ext cx="3873561" cy="290517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EF9153-4A96-E1A4-6976-54F466934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51" y="321734"/>
            <a:ext cx="3873561" cy="290517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BD5A34-D7E7-B4FC-2425-622B628E6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209" y="3631096"/>
            <a:ext cx="3680748" cy="276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018922-3DAD-923E-AD3C-442EBA31E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957" y="3631096"/>
            <a:ext cx="3680748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5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0CF4E-D4DA-A745-A0BE-2F18233B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669CC5C-3E74-C802-A4E3-CCB9DCE76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07" y="321734"/>
            <a:ext cx="3387953" cy="290517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B822F8-11ED-E23E-0FF6-ED4E4D5C1E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21" y="3631096"/>
            <a:ext cx="3228724" cy="2760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650F47-98ED-A917-0DB9-D9997A76E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675" y="3631096"/>
            <a:ext cx="3219312" cy="2760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44F560-4FA0-8A5F-FAE3-DE84C7A68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079" y="321734"/>
            <a:ext cx="2826512" cy="28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5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C9544D-5996-12DF-98E9-8FC394BAD2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174" y="226134"/>
            <a:ext cx="3610925" cy="309636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5258E3-4D04-720B-CD49-F5D2EA8D4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329" y="3542332"/>
            <a:ext cx="3787821" cy="32480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ECC8D8-A7A1-7EBE-9608-31F2D6AEA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440" y="3486590"/>
            <a:ext cx="3852826" cy="330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F073D9-9940-B04C-A9BF-1A6D04527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502" y="67612"/>
            <a:ext cx="3160701" cy="316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9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ECBDA95-8BB6-C0FF-33A9-AACDD1F06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685794"/>
            <a:ext cx="6400813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66FC3-4304-9B58-5D99-01A2FB4F20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3" y="3451120"/>
            <a:ext cx="3871451" cy="3318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984FFB-9698-EDB5-9A37-103647FD7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488" y="3406881"/>
            <a:ext cx="4026307" cy="3451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1F33AC-DB5A-71DD-3092-9BCD6DFBB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685794"/>
            <a:ext cx="6400813" cy="5486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23F331-751D-08DB-6A08-C9E6DB6E8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685794"/>
            <a:ext cx="6400813" cy="54864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3D4A6A-C340-CF6B-B11F-74E85DACA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31" y="-207180"/>
            <a:ext cx="6400813" cy="5486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9FFD9A-7598-6FFA-FEA8-BCB794F93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776" y="-138603"/>
            <a:ext cx="6400813" cy="54864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F45083-17F1-99CE-1FED-61C80F893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727" y="1802324"/>
            <a:ext cx="6400813" cy="54864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B2DDB9-42E7-5C7B-3711-BCAF279EEB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179" y="2021305"/>
            <a:ext cx="6400813" cy="54864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01B382-167A-1181-DD7D-94D19AE37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786" y="1665170"/>
            <a:ext cx="6400813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4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C53A74-D260-66A7-5E47-A75F969D9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08" y="321734"/>
            <a:ext cx="3387952" cy="29051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2F02DB-A0ED-3A24-74D1-2D9FC2E80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746" y="321734"/>
            <a:ext cx="2905170" cy="29051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1A0C5-2544-309A-E9C7-D3E863E86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927" y="3631096"/>
            <a:ext cx="3219312" cy="276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05118-37C4-24E7-A84F-CD8112ABF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676" y="3631096"/>
            <a:ext cx="3219311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3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01CE2-3398-A547-9157-FE56593F5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03" y="0"/>
            <a:ext cx="3598611" cy="3598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84D650-F3EE-FAD5-01F3-ADB2AA52D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40" y="3352800"/>
            <a:ext cx="3842785" cy="3293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8C8A8D-2457-E9C8-308B-6DD6B446C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11600" cy="3352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14C01C-8F85-133E-6FC1-8E66E17A2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03" y="3436374"/>
            <a:ext cx="3991897" cy="34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4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BB6B1D-2701-3865-184C-9BD9FAFA24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496" y="1"/>
            <a:ext cx="3222528" cy="3222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F6C5B2-4952-A44E-639D-306E31E5F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5587"/>
            <a:ext cx="3596154" cy="3082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EC2AF7-09FC-5642-6723-935D0D0DB9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2116"/>
            <a:ext cx="3759616" cy="3222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1AADBE-E005-A642-68A2-6B6EA692D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384" y="3429000"/>
            <a:ext cx="3759616" cy="322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4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99A7C-3601-CD30-AACF-9A60365F9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768" y="34004"/>
            <a:ext cx="3394996" cy="3394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B0C15F-2BCD-8126-D915-9859C526A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84" y="3429000"/>
            <a:ext cx="3811234" cy="3266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574003-9292-BC11-FF46-0A5059F0C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811234" cy="3266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0E31B4-5692-CB59-8FCF-656A988BCB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116" y="3335242"/>
            <a:ext cx="4109883" cy="352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0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04E90A-60A3-D782-131B-1C4A167EC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286" y="0"/>
            <a:ext cx="3365920" cy="3365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1B5191-18AF-AB71-D656-B37062D46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6" y="3426196"/>
            <a:ext cx="3937825" cy="3375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6EDC94-F803-6398-9364-425162FCE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334"/>
            <a:ext cx="3670716" cy="3146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B978F-535F-53EE-35F2-4FDAADC60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439" y="3482721"/>
            <a:ext cx="3937825" cy="337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9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15ECA0-F093-3453-5DC9-F550A4D53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174764"/>
              </p:ext>
            </p:extLst>
          </p:nvPr>
        </p:nvGraphicFramePr>
        <p:xfrm>
          <a:off x="1" y="0"/>
          <a:ext cx="12192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8156">
                  <a:extLst>
                    <a:ext uri="{9D8B030D-6E8A-4147-A177-3AD203B41FA5}">
                      <a16:colId xmlns:a16="http://schemas.microsoft.com/office/drawing/2014/main" val="1702821222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1151058734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4266120410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729345639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217202864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581559474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63335926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146091218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03734286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911972813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158617558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561565258"/>
                    </a:ext>
                  </a:extLst>
                </a:gridCol>
              </a:tblGrid>
              <a:tr h="645356">
                <a:tc>
                  <a:txBody>
                    <a:bodyPr/>
                    <a:lstStyle/>
                    <a:p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settlement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size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OxyRate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Prot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Cell Count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Chl</a:t>
                      </a:r>
                      <a:r>
                        <a:rPr lang="en-US" sz="1000" dirty="0"/>
                        <a:t> a</a:t>
                      </a:r>
                      <a:endParaRPr lang="LID4096" sz="1000" dirty="0"/>
                    </a:p>
                    <a:p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Fm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Fv</a:t>
                      </a:r>
                      <a:r>
                        <a:rPr lang="en-US" sz="1000" dirty="0"/>
                        <a:t>/Fm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Connectivity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Pmax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Effective Cross Section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607025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ambiant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340375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/>
                        <a:t>Temp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599588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/>
                        <a:t>pH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53657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/>
                        <a:t>light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90437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EB137C7-377C-82BB-4D21-629E179A1C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216" y="641305"/>
            <a:ext cx="1134784" cy="113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2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08F83-C334-7E20-D233-AF02AC1F5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A4683A-58BA-55AD-5987-46DC4EB497A0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8156">
                  <a:extLst>
                    <a:ext uri="{9D8B030D-6E8A-4147-A177-3AD203B41FA5}">
                      <a16:colId xmlns:a16="http://schemas.microsoft.com/office/drawing/2014/main" val="1702821222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1151058734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4266120410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729345639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217202864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581559474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63335926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146091218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037342861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911972813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158617558"/>
                    </a:ext>
                  </a:extLst>
                </a:gridCol>
                <a:gridCol w="1045804">
                  <a:extLst>
                    <a:ext uri="{9D8B030D-6E8A-4147-A177-3AD203B41FA5}">
                      <a16:colId xmlns:a16="http://schemas.microsoft.com/office/drawing/2014/main" val="3561565258"/>
                    </a:ext>
                  </a:extLst>
                </a:gridCol>
              </a:tblGrid>
              <a:tr h="645356">
                <a:tc>
                  <a:txBody>
                    <a:bodyPr/>
                    <a:lstStyle/>
                    <a:p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settlement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size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OxyRate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Prot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Cell Count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Chl</a:t>
                      </a:r>
                      <a:r>
                        <a:rPr lang="en-US" sz="1000" dirty="0"/>
                        <a:t> a</a:t>
                      </a:r>
                      <a:endParaRPr lang="LID4096" sz="1000" dirty="0"/>
                    </a:p>
                    <a:p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Fm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Fv</a:t>
                      </a:r>
                      <a:r>
                        <a:rPr lang="en-US" sz="1000" dirty="0"/>
                        <a:t>/Fm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Connectivity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Pmax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Effective Cross Section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607025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ambiant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340375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/>
                        <a:t>Temp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599588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/>
                        <a:t>pH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53657"/>
                  </a:ext>
                </a:extLst>
              </a:tr>
              <a:tr h="1553161">
                <a:tc>
                  <a:txBody>
                    <a:bodyPr/>
                    <a:lstStyle/>
                    <a:p>
                      <a:r>
                        <a:rPr lang="en-US" sz="1000" dirty="0"/>
                        <a:t>light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90437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5EC289D-19E3-F860-BD26-F323C45F7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215" y="641305"/>
            <a:ext cx="1134784" cy="113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</TotalTime>
  <Words>42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Liel Uziahu</dc:creator>
  <cp:lastModifiedBy>Liel Uziahu</cp:lastModifiedBy>
  <cp:revision>9</cp:revision>
  <dcterms:created xsi:type="dcterms:W3CDTF">2026-01-24T08:17:31Z</dcterms:created>
  <dcterms:modified xsi:type="dcterms:W3CDTF">2026-02-21T17:19:11Z</dcterms:modified>
</cp:coreProperties>
</file>